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C24CB2-C055-4277-B307-8A7C2A5CB4F6}" type="doc">
      <dgm:prSet loTypeId="urn:microsoft.com/office/officeart/2016/7/layout/LinearArrowProcessNumbered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63DC356-98BA-4571-AA6C-A6BE56926EAF}">
      <dgm:prSet custT="1"/>
      <dgm:spPr/>
      <dgm:t>
        <a:bodyPr/>
        <a:lstStyle/>
        <a:p>
          <a:r>
            <a:rPr lang="en-US" sz="1200" dirty="0">
              <a:latin typeface="Amasis MT Pro Black" panose="02040A04050005020304" pitchFamily="18" charset="0"/>
            </a:rPr>
            <a:t>1. Analyze relationships using Regression.</a:t>
          </a:r>
        </a:p>
      </dgm:t>
    </dgm:pt>
    <dgm:pt modelId="{F17930AC-8AC1-4CD4-BDF3-3A48140310D0}" type="parTrans" cxnId="{CD2E5B81-5BD9-4307-80F1-E7B7D4EC15C4}">
      <dgm:prSet/>
      <dgm:spPr/>
      <dgm:t>
        <a:bodyPr/>
        <a:lstStyle/>
        <a:p>
          <a:endParaRPr lang="en-US"/>
        </a:p>
      </dgm:t>
    </dgm:pt>
    <dgm:pt modelId="{BE4643E9-F16D-48FB-A5BF-AD01DA7F2207}" type="sibTrans" cxnId="{CD2E5B81-5BD9-4307-80F1-E7B7D4EC15C4}">
      <dgm:prSet phldrT="1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1</a:t>
          </a:r>
        </a:p>
      </dgm:t>
    </dgm:pt>
    <dgm:pt modelId="{009C198C-AE53-44FB-9D06-6403973FFA2F}">
      <dgm:prSet custT="1"/>
      <dgm:spPr/>
      <dgm:t>
        <a:bodyPr/>
        <a:lstStyle/>
        <a:p>
          <a:r>
            <a:rPr lang="en-US" sz="1200">
              <a:latin typeface="Amasis MT Pro Black" panose="02040A04050005020304" pitchFamily="18" charset="0"/>
            </a:rPr>
            <a:t>2. Study yield variation across seasons using ANOVA.</a:t>
          </a:r>
        </a:p>
      </dgm:t>
    </dgm:pt>
    <dgm:pt modelId="{7E4678B5-A1A9-4E8D-B0F9-4491E6092C6F}" type="parTrans" cxnId="{2207F6E0-085F-4CF6-B5D6-6B3FB96A3651}">
      <dgm:prSet/>
      <dgm:spPr/>
      <dgm:t>
        <a:bodyPr/>
        <a:lstStyle/>
        <a:p>
          <a:endParaRPr lang="en-US"/>
        </a:p>
      </dgm:t>
    </dgm:pt>
    <dgm:pt modelId="{800A8136-14DB-4B20-A0EA-148A4A2EB18C}" type="sibTrans" cxnId="{2207F6E0-085F-4CF6-B5D6-6B3FB96A3651}">
      <dgm:prSet phldrT="2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2</a:t>
          </a:r>
        </a:p>
      </dgm:t>
    </dgm:pt>
    <dgm:pt modelId="{C9113247-4BDD-4B35-9334-1DEA2E871B18}">
      <dgm:prSet custT="1"/>
      <dgm:spPr/>
      <dgm:t>
        <a:bodyPr/>
        <a:lstStyle/>
        <a:p>
          <a:r>
            <a:rPr lang="en-US" sz="1200">
              <a:latin typeface="Amasis MT Pro Black" panose="02040A04050005020304" pitchFamily="18" charset="0"/>
            </a:rPr>
            <a:t>3. Cluster similar yield patterns using K-Means.</a:t>
          </a:r>
        </a:p>
      </dgm:t>
    </dgm:pt>
    <dgm:pt modelId="{A4B049C1-0B56-41C4-8DC6-06D47B898E53}" type="parTrans" cxnId="{26BF814F-1F65-4256-AF8D-96B49EE98CC2}">
      <dgm:prSet/>
      <dgm:spPr/>
      <dgm:t>
        <a:bodyPr/>
        <a:lstStyle/>
        <a:p>
          <a:endParaRPr lang="en-US"/>
        </a:p>
      </dgm:t>
    </dgm:pt>
    <dgm:pt modelId="{2CC672C4-3023-44AA-8DFC-FA9FBEB9BBE9}" type="sibTrans" cxnId="{26BF814F-1F65-4256-AF8D-96B49EE98CC2}">
      <dgm:prSet phldrT="3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3</a:t>
          </a:r>
        </a:p>
      </dgm:t>
    </dgm:pt>
    <dgm:pt modelId="{9A9087D2-ECF1-475C-A460-5249C26C3777}">
      <dgm:prSet custT="1"/>
      <dgm:spPr/>
      <dgm:t>
        <a:bodyPr/>
        <a:lstStyle/>
        <a:p>
          <a:r>
            <a:rPr lang="en-US" sz="1200">
              <a:latin typeface="Amasis MT Pro Black" panose="02040A04050005020304" pitchFamily="18" charset="0"/>
            </a:rPr>
            <a:t>4. Classify yield categories using KNN.</a:t>
          </a:r>
        </a:p>
      </dgm:t>
    </dgm:pt>
    <dgm:pt modelId="{3D583F7F-95CA-4238-A747-5AEAB117F04F}" type="parTrans" cxnId="{CDCD8B20-0BF7-4A0F-A09D-B94C3923FAA9}">
      <dgm:prSet/>
      <dgm:spPr/>
      <dgm:t>
        <a:bodyPr/>
        <a:lstStyle/>
        <a:p>
          <a:endParaRPr lang="en-US"/>
        </a:p>
      </dgm:t>
    </dgm:pt>
    <dgm:pt modelId="{376E70D8-BACF-448D-A3E5-DB8696434660}" type="sibTrans" cxnId="{CDCD8B20-0BF7-4A0F-A09D-B94C3923FAA9}">
      <dgm:prSet phldrT="4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4</a:t>
          </a:r>
        </a:p>
      </dgm:t>
    </dgm:pt>
    <dgm:pt modelId="{E71C821B-EAFD-41B7-817B-AE5C45B72115}">
      <dgm:prSet custT="1"/>
      <dgm:spPr/>
      <dgm:t>
        <a:bodyPr/>
        <a:lstStyle/>
        <a:p>
          <a:r>
            <a:rPr lang="en-US" sz="1200">
              <a:latin typeface="Amasis MT Pro Black" panose="02040A04050005020304" pitchFamily="18" charset="0"/>
            </a:rPr>
            <a:t>5. Find hidden relationships via Apriori rules.</a:t>
          </a:r>
        </a:p>
      </dgm:t>
    </dgm:pt>
    <dgm:pt modelId="{23F4D13F-53A6-4849-B332-52B3646F7D8A}" type="parTrans" cxnId="{46AD6766-D8A4-4D3F-9041-4019418B9347}">
      <dgm:prSet/>
      <dgm:spPr/>
      <dgm:t>
        <a:bodyPr/>
        <a:lstStyle/>
        <a:p>
          <a:endParaRPr lang="en-US"/>
        </a:p>
      </dgm:t>
    </dgm:pt>
    <dgm:pt modelId="{F4E5C770-8BC3-4A3F-88AF-17A12EB86CB0}" type="sibTrans" cxnId="{46AD6766-D8A4-4D3F-9041-4019418B9347}">
      <dgm:prSet phldrT="5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5</a:t>
          </a:r>
        </a:p>
      </dgm:t>
    </dgm:pt>
    <dgm:pt modelId="{421E0B15-8D0F-471A-9AAC-2DE4D27BDBAE}">
      <dgm:prSet custT="1"/>
      <dgm:spPr/>
      <dgm:t>
        <a:bodyPr/>
        <a:lstStyle/>
        <a:p>
          <a:r>
            <a:rPr lang="en-US" sz="1200">
              <a:latin typeface="Amasis MT Pro Black" panose="02040A04050005020304" pitchFamily="18" charset="0"/>
            </a:rPr>
            <a:t>6. Compare models and identify best fit.</a:t>
          </a:r>
        </a:p>
      </dgm:t>
    </dgm:pt>
    <dgm:pt modelId="{66E3D2A0-2ACB-40B1-AC01-0C8E3C30A7A6}" type="parTrans" cxnId="{FAA14CCF-0455-4A37-9B66-FABE0CEF6B39}">
      <dgm:prSet/>
      <dgm:spPr/>
      <dgm:t>
        <a:bodyPr/>
        <a:lstStyle/>
        <a:p>
          <a:endParaRPr lang="en-US"/>
        </a:p>
      </dgm:t>
    </dgm:pt>
    <dgm:pt modelId="{BE7BFC0E-D006-468A-A2D4-398F32F4F3B7}" type="sibTrans" cxnId="{FAA14CCF-0455-4A37-9B66-FABE0CEF6B39}">
      <dgm:prSet phldrT="6" phldr="0" custT="1"/>
      <dgm:spPr/>
      <dgm:t>
        <a:bodyPr/>
        <a:lstStyle/>
        <a:p>
          <a:r>
            <a:rPr lang="en-US" sz="2400">
              <a:latin typeface="Amasis MT Pro Black" panose="02040A04050005020304" pitchFamily="18" charset="0"/>
            </a:rPr>
            <a:t>6</a:t>
          </a:r>
        </a:p>
      </dgm:t>
    </dgm:pt>
    <dgm:pt modelId="{04356C4C-2EF2-4E94-989B-06A8C50489E8}" type="pres">
      <dgm:prSet presAssocID="{4FC24CB2-C055-4277-B307-8A7C2A5CB4F6}" presName="linearFlow" presStyleCnt="0">
        <dgm:presLayoutVars>
          <dgm:dir/>
          <dgm:animLvl val="lvl"/>
          <dgm:resizeHandles val="exact"/>
        </dgm:presLayoutVars>
      </dgm:prSet>
      <dgm:spPr/>
    </dgm:pt>
    <dgm:pt modelId="{1C4E0CA9-F98A-4E91-9FA4-97EA7F347908}" type="pres">
      <dgm:prSet presAssocID="{B63DC356-98BA-4571-AA6C-A6BE56926EAF}" presName="compositeNode" presStyleCnt="0"/>
      <dgm:spPr/>
    </dgm:pt>
    <dgm:pt modelId="{7AC841DA-D55E-4A71-9A29-3E9295B02372}" type="pres">
      <dgm:prSet presAssocID="{B63DC356-98BA-4571-AA6C-A6BE56926EA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E27836C-1F1F-44B7-A3C8-1DDF1F8B43FB}" type="pres">
      <dgm:prSet presAssocID="{B63DC356-98BA-4571-AA6C-A6BE56926EAF}" presName="parSh" presStyleCnt="0"/>
      <dgm:spPr/>
    </dgm:pt>
    <dgm:pt modelId="{632D1600-BE7F-46CE-993A-1B0173100A6D}" type="pres">
      <dgm:prSet presAssocID="{B63DC356-98BA-4571-AA6C-A6BE56926EAF}" presName="lineNode" presStyleLbl="alignAccFollowNode1" presStyleIdx="0" presStyleCnt="18"/>
      <dgm:spPr/>
    </dgm:pt>
    <dgm:pt modelId="{0284BC24-5D6A-45CD-9EE8-1C299443B122}" type="pres">
      <dgm:prSet presAssocID="{B63DC356-98BA-4571-AA6C-A6BE56926EAF}" presName="lineArrowNode" presStyleLbl="alignAccFollowNode1" presStyleIdx="1" presStyleCnt="18"/>
      <dgm:spPr/>
    </dgm:pt>
    <dgm:pt modelId="{92D23B69-BDF7-4653-A2ED-61B5C353C021}" type="pres">
      <dgm:prSet presAssocID="{BE4643E9-F16D-48FB-A5BF-AD01DA7F2207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7509937-03BD-4C31-9EF9-B70B3A978BBE}" type="pres">
      <dgm:prSet presAssocID="{BE4643E9-F16D-48FB-A5BF-AD01DA7F2207}" presName="spacerBetweenCircleAndCallout" presStyleCnt="0">
        <dgm:presLayoutVars/>
      </dgm:prSet>
      <dgm:spPr/>
    </dgm:pt>
    <dgm:pt modelId="{7FE00C33-CAA3-4A94-95F8-210BEB2F9734}" type="pres">
      <dgm:prSet presAssocID="{B63DC356-98BA-4571-AA6C-A6BE56926EAF}" presName="nodeText" presStyleLbl="alignAccFollowNode1" presStyleIdx="2" presStyleCnt="18">
        <dgm:presLayoutVars>
          <dgm:bulletEnabled val="1"/>
        </dgm:presLayoutVars>
      </dgm:prSet>
      <dgm:spPr/>
    </dgm:pt>
    <dgm:pt modelId="{E886C921-C2DE-45C4-9D02-0D3A7A905036}" type="pres">
      <dgm:prSet presAssocID="{BE4643E9-F16D-48FB-A5BF-AD01DA7F2207}" presName="sibTransComposite" presStyleCnt="0"/>
      <dgm:spPr/>
    </dgm:pt>
    <dgm:pt modelId="{C44858B7-6EB7-4109-9021-F7ECC1A45BFC}" type="pres">
      <dgm:prSet presAssocID="{009C198C-AE53-44FB-9D06-6403973FFA2F}" presName="compositeNode" presStyleCnt="0"/>
      <dgm:spPr/>
    </dgm:pt>
    <dgm:pt modelId="{BAF9A472-E58D-41C1-BF4A-E6F7B1837498}" type="pres">
      <dgm:prSet presAssocID="{009C198C-AE53-44FB-9D06-6403973FFA2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B3440A7-357C-4C3C-835E-429D6F180011}" type="pres">
      <dgm:prSet presAssocID="{009C198C-AE53-44FB-9D06-6403973FFA2F}" presName="parSh" presStyleCnt="0"/>
      <dgm:spPr/>
    </dgm:pt>
    <dgm:pt modelId="{679CC858-26AD-4341-852E-D0F7BE61E19E}" type="pres">
      <dgm:prSet presAssocID="{009C198C-AE53-44FB-9D06-6403973FFA2F}" presName="lineNode" presStyleLbl="alignAccFollowNode1" presStyleIdx="3" presStyleCnt="18"/>
      <dgm:spPr/>
    </dgm:pt>
    <dgm:pt modelId="{DA7A4BD0-C4B1-4326-91B8-A386D844EE24}" type="pres">
      <dgm:prSet presAssocID="{009C198C-AE53-44FB-9D06-6403973FFA2F}" presName="lineArrowNode" presStyleLbl="alignAccFollowNode1" presStyleIdx="4" presStyleCnt="18"/>
      <dgm:spPr/>
    </dgm:pt>
    <dgm:pt modelId="{961696C4-F416-4B07-B49A-9394774C227E}" type="pres">
      <dgm:prSet presAssocID="{800A8136-14DB-4B20-A0EA-148A4A2EB18C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CC534734-E099-41E2-A759-07FEE9266552}" type="pres">
      <dgm:prSet presAssocID="{800A8136-14DB-4B20-A0EA-148A4A2EB18C}" presName="spacerBetweenCircleAndCallout" presStyleCnt="0">
        <dgm:presLayoutVars/>
      </dgm:prSet>
      <dgm:spPr/>
    </dgm:pt>
    <dgm:pt modelId="{772299AE-5CAD-476F-94C9-0DDAE8BD3490}" type="pres">
      <dgm:prSet presAssocID="{009C198C-AE53-44FB-9D06-6403973FFA2F}" presName="nodeText" presStyleLbl="alignAccFollowNode1" presStyleIdx="5" presStyleCnt="18">
        <dgm:presLayoutVars>
          <dgm:bulletEnabled val="1"/>
        </dgm:presLayoutVars>
      </dgm:prSet>
      <dgm:spPr/>
    </dgm:pt>
    <dgm:pt modelId="{7D496F2F-6523-4053-9DCA-E29365F74F87}" type="pres">
      <dgm:prSet presAssocID="{800A8136-14DB-4B20-A0EA-148A4A2EB18C}" presName="sibTransComposite" presStyleCnt="0"/>
      <dgm:spPr/>
    </dgm:pt>
    <dgm:pt modelId="{D7414ED7-6B3F-487E-BB71-0E358205C5E5}" type="pres">
      <dgm:prSet presAssocID="{C9113247-4BDD-4B35-9334-1DEA2E871B18}" presName="compositeNode" presStyleCnt="0"/>
      <dgm:spPr/>
    </dgm:pt>
    <dgm:pt modelId="{974F2EC9-170C-48C3-9A7C-BCC86779A877}" type="pres">
      <dgm:prSet presAssocID="{C9113247-4BDD-4B35-9334-1DEA2E871B18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442E62A-84DC-4CDF-A5CA-2E4FD272EB29}" type="pres">
      <dgm:prSet presAssocID="{C9113247-4BDD-4B35-9334-1DEA2E871B18}" presName="parSh" presStyleCnt="0"/>
      <dgm:spPr/>
    </dgm:pt>
    <dgm:pt modelId="{DB9E1F94-0C90-4651-B9BC-A14866D8C03C}" type="pres">
      <dgm:prSet presAssocID="{C9113247-4BDD-4B35-9334-1DEA2E871B18}" presName="lineNode" presStyleLbl="alignAccFollowNode1" presStyleIdx="6" presStyleCnt="18"/>
      <dgm:spPr/>
    </dgm:pt>
    <dgm:pt modelId="{0C1728C8-78EA-4875-986E-56A65633855C}" type="pres">
      <dgm:prSet presAssocID="{C9113247-4BDD-4B35-9334-1DEA2E871B18}" presName="lineArrowNode" presStyleLbl="alignAccFollowNode1" presStyleIdx="7" presStyleCnt="18"/>
      <dgm:spPr/>
    </dgm:pt>
    <dgm:pt modelId="{2414D89A-6CAD-4555-8579-77E573527229}" type="pres">
      <dgm:prSet presAssocID="{2CC672C4-3023-44AA-8DFC-FA9FBEB9BBE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1D7BCD98-0A7E-4452-A649-9D24AD5E034E}" type="pres">
      <dgm:prSet presAssocID="{2CC672C4-3023-44AA-8DFC-FA9FBEB9BBE9}" presName="spacerBetweenCircleAndCallout" presStyleCnt="0">
        <dgm:presLayoutVars/>
      </dgm:prSet>
      <dgm:spPr/>
    </dgm:pt>
    <dgm:pt modelId="{BBF0A15D-7375-4AEA-9B90-5B34B6830F44}" type="pres">
      <dgm:prSet presAssocID="{C9113247-4BDD-4B35-9334-1DEA2E871B18}" presName="nodeText" presStyleLbl="alignAccFollowNode1" presStyleIdx="8" presStyleCnt="18">
        <dgm:presLayoutVars>
          <dgm:bulletEnabled val="1"/>
        </dgm:presLayoutVars>
      </dgm:prSet>
      <dgm:spPr/>
    </dgm:pt>
    <dgm:pt modelId="{8E689D81-309F-4AE2-A8EC-3418485E80FF}" type="pres">
      <dgm:prSet presAssocID="{2CC672C4-3023-44AA-8DFC-FA9FBEB9BBE9}" presName="sibTransComposite" presStyleCnt="0"/>
      <dgm:spPr/>
    </dgm:pt>
    <dgm:pt modelId="{55A16801-8243-4F0E-B3CB-879797E5A99D}" type="pres">
      <dgm:prSet presAssocID="{9A9087D2-ECF1-475C-A460-5249C26C3777}" presName="compositeNode" presStyleCnt="0"/>
      <dgm:spPr/>
    </dgm:pt>
    <dgm:pt modelId="{1335C213-F9CB-4F24-A012-C51A0A4060A9}" type="pres">
      <dgm:prSet presAssocID="{9A9087D2-ECF1-475C-A460-5249C26C377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8EBD25F-3558-4D5C-8C4A-C2C5E7519427}" type="pres">
      <dgm:prSet presAssocID="{9A9087D2-ECF1-475C-A460-5249C26C3777}" presName="parSh" presStyleCnt="0"/>
      <dgm:spPr/>
    </dgm:pt>
    <dgm:pt modelId="{74BA8F99-85B7-4155-8052-60AC73979568}" type="pres">
      <dgm:prSet presAssocID="{9A9087D2-ECF1-475C-A460-5249C26C3777}" presName="lineNode" presStyleLbl="alignAccFollowNode1" presStyleIdx="9" presStyleCnt="18"/>
      <dgm:spPr/>
    </dgm:pt>
    <dgm:pt modelId="{FC9869C0-1E0F-433B-9798-F0FA548FA395}" type="pres">
      <dgm:prSet presAssocID="{9A9087D2-ECF1-475C-A460-5249C26C3777}" presName="lineArrowNode" presStyleLbl="alignAccFollowNode1" presStyleIdx="10" presStyleCnt="18"/>
      <dgm:spPr/>
    </dgm:pt>
    <dgm:pt modelId="{1255F4B6-32B3-47AB-8EAD-BE03F8467828}" type="pres">
      <dgm:prSet presAssocID="{376E70D8-BACF-448D-A3E5-DB8696434660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1CE18F87-6A5D-43D7-8487-8B82992632FB}" type="pres">
      <dgm:prSet presAssocID="{376E70D8-BACF-448D-A3E5-DB8696434660}" presName="spacerBetweenCircleAndCallout" presStyleCnt="0">
        <dgm:presLayoutVars/>
      </dgm:prSet>
      <dgm:spPr/>
    </dgm:pt>
    <dgm:pt modelId="{B1A350BC-8974-4EB7-88A6-C61856FBD8C8}" type="pres">
      <dgm:prSet presAssocID="{9A9087D2-ECF1-475C-A460-5249C26C3777}" presName="nodeText" presStyleLbl="alignAccFollowNode1" presStyleIdx="11" presStyleCnt="18">
        <dgm:presLayoutVars>
          <dgm:bulletEnabled val="1"/>
        </dgm:presLayoutVars>
      </dgm:prSet>
      <dgm:spPr/>
    </dgm:pt>
    <dgm:pt modelId="{BAE83904-4BB3-42A5-8AC5-F4B2196566F7}" type="pres">
      <dgm:prSet presAssocID="{376E70D8-BACF-448D-A3E5-DB8696434660}" presName="sibTransComposite" presStyleCnt="0"/>
      <dgm:spPr/>
    </dgm:pt>
    <dgm:pt modelId="{B7F4F161-F4DA-44C2-8085-7BDC6BF63A0C}" type="pres">
      <dgm:prSet presAssocID="{E71C821B-EAFD-41B7-817B-AE5C45B72115}" presName="compositeNode" presStyleCnt="0"/>
      <dgm:spPr/>
    </dgm:pt>
    <dgm:pt modelId="{8214E577-6894-4A45-91D0-2EBD83A1C68E}" type="pres">
      <dgm:prSet presAssocID="{E71C821B-EAFD-41B7-817B-AE5C45B7211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254C9CC-B988-4694-8770-C74956825815}" type="pres">
      <dgm:prSet presAssocID="{E71C821B-EAFD-41B7-817B-AE5C45B72115}" presName="parSh" presStyleCnt="0"/>
      <dgm:spPr/>
    </dgm:pt>
    <dgm:pt modelId="{A2D1732C-6FEC-467F-B459-358F7D5ABC62}" type="pres">
      <dgm:prSet presAssocID="{E71C821B-EAFD-41B7-817B-AE5C45B72115}" presName="lineNode" presStyleLbl="alignAccFollowNode1" presStyleIdx="12" presStyleCnt="18"/>
      <dgm:spPr/>
    </dgm:pt>
    <dgm:pt modelId="{A00ED219-8202-47A3-8BBC-3483F70FE906}" type="pres">
      <dgm:prSet presAssocID="{E71C821B-EAFD-41B7-817B-AE5C45B72115}" presName="lineArrowNode" presStyleLbl="alignAccFollowNode1" presStyleIdx="13" presStyleCnt="18"/>
      <dgm:spPr/>
    </dgm:pt>
    <dgm:pt modelId="{5AA605DC-75C3-4CA2-8134-64D6DEB04217}" type="pres">
      <dgm:prSet presAssocID="{F4E5C770-8BC3-4A3F-88AF-17A12EB86CB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8D47488-9525-41C8-A436-B87CAC29A8D9}" type="pres">
      <dgm:prSet presAssocID="{F4E5C770-8BC3-4A3F-88AF-17A12EB86CB0}" presName="spacerBetweenCircleAndCallout" presStyleCnt="0">
        <dgm:presLayoutVars/>
      </dgm:prSet>
      <dgm:spPr/>
    </dgm:pt>
    <dgm:pt modelId="{EAF898E5-1E58-4617-97AB-14D300901315}" type="pres">
      <dgm:prSet presAssocID="{E71C821B-EAFD-41B7-817B-AE5C45B72115}" presName="nodeText" presStyleLbl="alignAccFollowNode1" presStyleIdx="14" presStyleCnt="18">
        <dgm:presLayoutVars>
          <dgm:bulletEnabled val="1"/>
        </dgm:presLayoutVars>
      </dgm:prSet>
      <dgm:spPr/>
    </dgm:pt>
    <dgm:pt modelId="{C1BF1732-BF6D-4545-9631-2F178579D2C3}" type="pres">
      <dgm:prSet presAssocID="{F4E5C770-8BC3-4A3F-88AF-17A12EB86CB0}" presName="sibTransComposite" presStyleCnt="0"/>
      <dgm:spPr/>
    </dgm:pt>
    <dgm:pt modelId="{FB55D6AB-2DC5-4DEC-A2DA-A06A7F215CCA}" type="pres">
      <dgm:prSet presAssocID="{421E0B15-8D0F-471A-9AAC-2DE4D27BDBAE}" presName="compositeNode" presStyleCnt="0"/>
      <dgm:spPr/>
    </dgm:pt>
    <dgm:pt modelId="{7F6E288C-3A0F-491F-AFD9-321CB1A6BC4A}" type="pres">
      <dgm:prSet presAssocID="{421E0B15-8D0F-471A-9AAC-2DE4D27BDBAE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30D01A1-DA12-4D04-BC85-64151528E82A}" type="pres">
      <dgm:prSet presAssocID="{421E0B15-8D0F-471A-9AAC-2DE4D27BDBAE}" presName="parSh" presStyleCnt="0"/>
      <dgm:spPr/>
    </dgm:pt>
    <dgm:pt modelId="{9F39271E-863E-45EC-AEFE-01569CF62D7F}" type="pres">
      <dgm:prSet presAssocID="{421E0B15-8D0F-471A-9AAC-2DE4D27BDBAE}" presName="lineNode" presStyleLbl="alignAccFollowNode1" presStyleIdx="15" presStyleCnt="18"/>
      <dgm:spPr/>
    </dgm:pt>
    <dgm:pt modelId="{E4D54F51-EDDD-4068-925B-4D49DCF2517F}" type="pres">
      <dgm:prSet presAssocID="{421E0B15-8D0F-471A-9AAC-2DE4D27BDBAE}" presName="lineArrowNode" presStyleLbl="alignAccFollowNode1" presStyleIdx="16" presStyleCnt="18"/>
      <dgm:spPr/>
    </dgm:pt>
    <dgm:pt modelId="{D0C2C794-BA85-4293-9EFB-5208777A600A}" type="pres">
      <dgm:prSet presAssocID="{BE7BFC0E-D006-468A-A2D4-398F32F4F3B7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F5122398-07A4-449E-8C4F-7FCA64956ABF}" type="pres">
      <dgm:prSet presAssocID="{BE7BFC0E-D006-468A-A2D4-398F32F4F3B7}" presName="spacerBetweenCircleAndCallout" presStyleCnt="0">
        <dgm:presLayoutVars/>
      </dgm:prSet>
      <dgm:spPr/>
    </dgm:pt>
    <dgm:pt modelId="{F1AD6386-1CAF-4D7D-87FC-5765BB553A25}" type="pres">
      <dgm:prSet presAssocID="{421E0B15-8D0F-471A-9AAC-2DE4D27BDBAE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97B6ED01-726B-4677-9ECA-9E43184EC603}" type="presOf" srcId="{009C198C-AE53-44FB-9D06-6403973FFA2F}" destId="{772299AE-5CAD-476F-94C9-0DDAE8BD3490}" srcOrd="0" destOrd="0" presId="urn:microsoft.com/office/officeart/2016/7/layout/LinearArrowProcessNumbered"/>
    <dgm:cxn modelId="{CDCD8B20-0BF7-4A0F-A09D-B94C3923FAA9}" srcId="{4FC24CB2-C055-4277-B307-8A7C2A5CB4F6}" destId="{9A9087D2-ECF1-475C-A460-5249C26C3777}" srcOrd="3" destOrd="0" parTransId="{3D583F7F-95CA-4238-A747-5AEAB117F04F}" sibTransId="{376E70D8-BACF-448D-A3E5-DB8696434660}"/>
    <dgm:cxn modelId="{66F4102A-576C-4CBD-B846-22E2A6EECFA3}" type="presOf" srcId="{F4E5C770-8BC3-4A3F-88AF-17A12EB86CB0}" destId="{5AA605DC-75C3-4CA2-8134-64D6DEB04217}" srcOrd="0" destOrd="0" presId="urn:microsoft.com/office/officeart/2016/7/layout/LinearArrowProcessNumbered"/>
    <dgm:cxn modelId="{D53DCB34-D4D4-42D9-BD20-CD265E64A05B}" type="presOf" srcId="{C9113247-4BDD-4B35-9334-1DEA2E871B18}" destId="{BBF0A15D-7375-4AEA-9B90-5B34B6830F44}" srcOrd="0" destOrd="0" presId="urn:microsoft.com/office/officeart/2016/7/layout/LinearArrowProcessNumbered"/>
    <dgm:cxn modelId="{0F66DC36-6503-4024-9B32-02D65D5369FE}" type="presOf" srcId="{BE4643E9-F16D-48FB-A5BF-AD01DA7F2207}" destId="{92D23B69-BDF7-4653-A2ED-61B5C353C021}" srcOrd="0" destOrd="0" presId="urn:microsoft.com/office/officeart/2016/7/layout/LinearArrowProcessNumbered"/>
    <dgm:cxn modelId="{DE8F1E44-BF52-47EA-9EE9-05DB1145D5D2}" type="presOf" srcId="{800A8136-14DB-4B20-A0EA-148A4A2EB18C}" destId="{961696C4-F416-4B07-B49A-9394774C227E}" srcOrd="0" destOrd="0" presId="urn:microsoft.com/office/officeart/2016/7/layout/LinearArrowProcessNumbered"/>
    <dgm:cxn modelId="{46AD6766-D8A4-4D3F-9041-4019418B9347}" srcId="{4FC24CB2-C055-4277-B307-8A7C2A5CB4F6}" destId="{E71C821B-EAFD-41B7-817B-AE5C45B72115}" srcOrd="4" destOrd="0" parTransId="{23F4D13F-53A6-4849-B332-52B3646F7D8A}" sibTransId="{F4E5C770-8BC3-4A3F-88AF-17A12EB86CB0}"/>
    <dgm:cxn modelId="{26BF814F-1F65-4256-AF8D-96B49EE98CC2}" srcId="{4FC24CB2-C055-4277-B307-8A7C2A5CB4F6}" destId="{C9113247-4BDD-4B35-9334-1DEA2E871B18}" srcOrd="2" destOrd="0" parTransId="{A4B049C1-0B56-41C4-8DC6-06D47B898E53}" sibTransId="{2CC672C4-3023-44AA-8DFC-FA9FBEB9BBE9}"/>
    <dgm:cxn modelId="{CD2E5B81-5BD9-4307-80F1-E7B7D4EC15C4}" srcId="{4FC24CB2-C055-4277-B307-8A7C2A5CB4F6}" destId="{B63DC356-98BA-4571-AA6C-A6BE56926EAF}" srcOrd="0" destOrd="0" parTransId="{F17930AC-8AC1-4CD4-BDF3-3A48140310D0}" sibTransId="{BE4643E9-F16D-48FB-A5BF-AD01DA7F2207}"/>
    <dgm:cxn modelId="{C3FFC788-EA50-4FB4-821D-70A60BB0C407}" type="presOf" srcId="{E71C821B-EAFD-41B7-817B-AE5C45B72115}" destId="{EAF898E5-1E58-4617-97AB-14D300901315}" srcOrd="0" destOrd="0" presId="urn:microsoft.com/office/officeart/2016/7/layout/LinearArrowProcessNumbered"/>
    <dgm:cxn modelId="{7BDEB689-7A44-4CA6-B1C2-A97D097AC3E4}" type="presOf" srcId="{BE7BFC0E-D006-468A-A2D4-398F32F4F3B7}" destId="{D0C2C794-BA85-4293-9EFB-5208777A600A}" srcOrd="0" destOrd="0" presId="urn:microsoft.com/office/officeart/2016/7/layout/LinearArrowProcessNumbered"/>
    <dgm:cxn modelId="{2D48E88D-125A-4CEC-9B88-D300B264CCE8}" type="presOf" srcId="{2CC672C4-3023-44AA-8DFC-FA9FBEB9BBE9}" destId="{2414D89A-6CAD-4555-8579-77E573527229}" srcOrd="0" destOrd="0" presId="urn:microsoft.com/office/officeart/2016/7/layout/LinearArrowProcessNumbered"/>
    <dgm:cxn modelId="{97D3F18F-2E18-4140-8446-5471098AC723}" type="presOf" srcId="{4FC24CB2-C055-4277-B307-8A7C2A5CB4F6}" destId="{04356C4C-2EF2-4E94-989B-06A8C50489E8}" srcOrd="0" destOrd="0" presId="urn:microsoft.com/office/officeart/2016/7/layout/LinearArrowProcessNumbered"/>
    <dgm:cxn modelId="{A40DBFBD-35B0-422B-A8F3-1C0C54315E8F}" type="presOf" srcId="{B63DC356-98BA-4571-AA6C-A6BE56926EAF}" destId="{7FE00C33-CAA3-4A94-95F8-210BEB2F9734}" srcOrd="0" destOrd="0" presId="urn:microsoft.com/office/officeart/2016/7/layout/LinearArrowProcessNumbered"/>
    <dgm:cxn modelId="{DFEFB1C2-B522-40B1-954F-CC7606D3F3D7}" type="presOf" srcId="{376E70D8-BACF-448D-A3E5-DB8696434660}" destId="{1255F4B6-32B3-47AB-8EAD-BE03F8467828}" srcOrd="0" destOrd="0" presId="urn:microsoft.com/office/officeart/2016/7/layout/LinearArrowProcessNumbered"/>
    <dgm:cxn modelId="{C167C0C4-7DB0-45E9-A589-5B93883295B5}" type="presOf" srcId="{9A9087D2-ECF1-475C-A460-5249C26C3777}" destId="{B1A350BC-8974-4EB7-88A6-C61856FBD8C8}" srcOrd="0" destOrd="0" presId="urn:microsoft.com/office/officeart/2016/7/layout/LinearArrowProcessNumbered"/>
    <dgm:cxn modelId="{FAA14CCF-0455-4A37-9B66-FABE0CEF6B39}" srcId="{4FC24CB2-C055-4277-B307-8A7C2A5CB4F6}" destId="{421E0B15-8D0F-471A-9AAC-2DE4D27BDBAE}" srcOrd="5" destOrd="0" parTransId="{66E3D2A0-2ACB-40B1-AC01-0C8E3C30A7A6}" sibTransId="{BE7BFC0E-D006-468A-A2D4-398F32F4F3B7}"/>
    <dgm:cxn modelId="{D1439CD3-98E7-4382-A8B8-87A8209B48A9}" type="presOf" srcId="{421E0B15-8D0F-471A-9AAC-2DE4D27BDBAE}" destId="{F1AD6386-1CAF-4D7D-87FC-5765BB553A25}" srcOrd="0" destOrd="0" presId="urn:microsoft.com/office/officeart/2016/7/layout/LinearArrowProcessNumbered"/>
    <dgm:cxn modelId="{2207F6E0-085F-4CF6-B5D6-6B3FB96A3651}" srcId="{4FC24CB2-C055-4277-B307-8A7C2A5CB4F6}" destId="{009C198C-AE53-44FB-9D06-6403973FFA2F}" srcOrd="1" destOrd="0" parTransId="{7E4678B5-A1A9-4E8D-B0F9-4491E6092C6F}" sibTransId="{800A8136-14DB-4B20-A0EA-148A4A2EB18C}"/>
    <dgm:cxn modelId="{D8EE3C57-A850-4F78-9B35-0BD31B31261E}" type="presParOf" srcId="{04356C4C-2EF2-4E94-989B-06A8C50489E8}" destId="{1C4E0CA9-F98A-4E91-9FA4-97EA7F347908}" srcOrd="0" destOrd="0" presId="urn:microsoft.com/office/officeart/2016/7/layout/LinearArrowProcessNumbered"/>
    <dgm:cxn modelId="{3AAB14EA-74EC-406C-B8A7-47D112F8430E}" type="presParOf" srcId="{1C4E0CA9-F98A-4E91-9FA4-97EA7F347908}" destId="{7AC841DA-D55E-4A71-9A29-3E9295B02372}" srcOrd="0" destOrd="0" presId="urn:microsoft.com/office/officeart/2016/7/layout/LinearArrowProcessNumbered"/>
    <dgm:cxn modelId="{EA78BEAF-B40B-41F2-A8DE-0A66F8B92065}" type="presParOf" srcId="{1C4E0CA9-F98A-4E91-9FA4-97EA7F347908}" destId="{9E27836C-1F1F-44B7-A3C8-1DDF1F8B43FB}" srcOrd="1" destOrd="0" presId="urn:microsoft.com/office/officeart/2016/7/layout/LinearArrowProcessNumbered"/>
    <dgm:cxn modelId="{5CC60411-A3DE-4D18-9FA0-74C955A87983}" type="presParOf" srcId="{9E27836C-1F1F-44B7-A3C8-1DDF1F8B43FB}" destId="{632D1600-BE7F-46CE-993A-1B0173100A6D}" srcOrd="0" destOrd="0" presId="urn:microsoft.com/office/officeart/2016/7/layout/LinearArrowProcessNumbered"/>
    <dgm:cxn modelId="{DDB8086B-E962-4547-8817-695E8A07739D}" type="presParOf" srcId="{9E27836C-1F1F-44B7-A3C8-1DDF1F8B43FB}" destId="{0284BC24-5D6A-45CD-9EE8-1C299443B122}" srcOrd="1" destOrd="0" presId="urn:microsoft.com/office/officeart/2016/7/layout/LinearArrowProcessNumbered"/>
    <dgm:cxn modelId="{74D78700-852E-4299-AE39-E65612F4C828}" type="presParOf" srcId="{9E27836C-1F1F-44B7-A3C8-1DDF1F8B43FB}" destId="{92D23B69-BDF7-4653-A2ED-61B5C353C021}" srcOrd="2" destOrd="0" presId="urn:microsoft.com/office/officeart/2016/7/layout/LinearArrowProcessNumbered"/>
    <dgm:cxn modelId="{225071F4-AC86-48D2-AE92-66B2207258F8}" type="presParOf" srcId="{9E27836C-1F1F-44B7-A3C8-1DDF1F8B43FB}" destId="{B7509937-03BD-4C31-9EF9-B70B3A978BBE}" srcOrd="3" destOrd="0" presId="urn:microsoft.com/office/officeart/2016/7/layout/LinearArrowProcessNumbered"/>
    <dgm:cxn modelId="{BDC81944-0333-4CB1-8045-B4731E6337D3}" type="presParOf" srcId="{1C4E0CA9-F98A-4E91-9FA4-97EA7F347908}" destId="{7FE00C33-CAA3-4A94-95F8-210BEB2F9734}" srcOrd="2" destOrd="0" presId="urn:microsoft.com/office/officeart/2016/7/layout/LinearArrowProcessNumbered"/>
    <dgm:cxn modelId="{A6A3B312-494B-410C-92B0-F7D8ABA353B5}" type="presParOf" srcId="{04356C4C-2EF2-4E94-989B-06A8C50489E8}" destId="{E886C921-C2DE-45C4-9D02-0D3A7A905036}" srcOrd="1" destOrd="0" presId="urn:microsoft.com/office/officeart/2016/7/layout/LinearArrowProcessNumbered"/>
    <dgm:cxn modelId="{748C04B5-4B0C-4E86-BEAF-EC7E6CE8BF7E}" type="presParOf" srcId="{04356C4C-2EF2-4E94-989B-06A8C50489E8}" destId="{C44858B7-6EB7-4109-9021-F7ECC1A45BFC}" srcOrd="2" destOrd="0" presId="urn:microsoft.com/office/officeart/2016/7/layout/LinearArrowProcessNumbered"/>
    <dgm:cxn modelId="{07666A30-617B-49B1-A7D0-52CC71AA71DB}" type="presParOf" srcId="{C44858B7-6EB7-4109-9021-F7ECC1A45BFC}" destId="{BAF9A472-E58D-41C1-BF4A-E6F7B1837498}" srcOrd="0" destOrd="0" presId="urn:microsoft.com/office/officeart/2016/7/layout/LinearArrowProcessNumbered"/>
    <dgm:cxn modelId="{B54E5EBF-EFD9-49E5-AC02-19C1EA71A3DD}" type="presParOf" srcId="{C44858B7-6EB7-4109-9021-F7ECC1A45BFC}" destId="{3B3440A7-357C-4C3C-835E-429D6F180011}" srcOrd="1" destOrd="0" presId="urn:microsoft.com/office/officeart/2016/7/layout/LinearArrowProcessNumbered"/>
    <dgm:cxn modelId="{FCE3286D-1303-4734-B692-3AEF4F3A3440}" type="presParOf" srcId="{3B3440A7-357C-4C3C-835E-429D6F180011}" destId="{679CC858-26AD-4341-852E-D0F7BE61E19E}" srcOrd="0" destOrd="0" presId="urn:microsoft.com/office/officeart/2016/7/layout/LinearArrowProcessNumbered"/>
    <dgm:cxn modelId="{0D70F8CA-941B-4F5C-AED8-3F59C5505C09}" type="presParOf" srcId="{3B3440A7-357C-4C3C-835E-429D6F180011}" destId="{DA7A4BD0-C4B1-4326-91B8-A386D844EE24}" srcOrd="1" destOrd="0" presId="urn:microsoft.com/office/officeart/2016/7/layout/LinearArrowProcessNumbered"/>
    <dgm:cxn modelId="{DBF60B3A-8D1E-470E-BCDE-C34DAE088B14}" type="presParOf" srcId="{3B3440A7-357C-4C3C-835E-429D6F180011}" destId="{961696C4-F416-4B07-B49A-9394774C227E}" srcOrd="2" destOrd="0" presId="urn:microsoft.com/office/officeart/2016/7/layout/LinearArrowProcessNumbered"/>
    <dgm:cxn modelId="{929390E5-C0B3-4F3F-9E6E-B625B159ADB9}" type="presParOf" srcId="{3B3440A7-357C-4C3C-835E-429D6F180011}" destId="{CC534734-E099-41E2-A759-07FEE9266552}" srcOrd="3" destOrd="0" presId="urn:microsoft.com/office/officeart/2016/7/layout/LinearArrowProcessNumbered"/>
    <dgm:cxn modelId="{B1FB8DD3-F3E2-4C8D-A2C8-C6165BAD85DD}" type="presParOf" srcId="{C44858B7-6EB7-4109-9021-F7ECC1A45BFC}" destId="{772299AE-5CAD-476F-94C9-0DDAE8BD3490}" srcOrd="2" destOrd="0" presId="urn:microsoft.com/office/officeart/2016/7/layout/LinearArrowProcessNumbered"/>
    <dgm:cxn modelId="{362146AE-8A59-4DF0-BF7E-45136C786832}" type="presParOf" srcId="{04356C4C-2EF2-4E94-989B-06A8C50489E8}" destId="{7D496F2F-6523-4053-9DCA-E29365F74F87}" srcOrd="3" destOrd="0" presId="urn:microsoft.com/office/officeart/2016/7/layout/LinearArrowProcessNumbered"/>
    <dgm:cxn modelId="{38DC943B-2E0F-4F86-B737-885D84435491}" type="presParOf" srcId="{04356C4C-2EF2-4E94-989B-06A8C50489E8}" destId="{D7414ED7-6B3F-487E-BB71-0E358205C5E5}" srcOrd="4" destOrd="0" presId="urn:microsoft.com/office/officeart/2016/7/layout/LinearArrowProcessNumbered"/>
    <dgm:cxn modelId="{BBFC4EB2-42A4-4537-9609-CBB87305AB4D}" type="presParOf" srcId="{D7414ED7-6B3F-487E-BB71-0E358205C5E5}" destId="{974F2EC9-170C-48C3-9A7C-BCC86779A877}" srcOrd="0" destOrd="0" presId="urn:microsoft.com/office/officeart/2016/7/layout/LinearArrowProcessNumbered"/>
    <dgm:cxn modelId="{664B75C8-76D6-4639-A0D4-5A3C510CC361}" type="presParOf" srcId="{D7414ED7-6B3F-487E-BB71-0E358205C5E5}" destId="{1442E62A-84DC-4CDF-A5CA-2E4FD272EB29}" srcOrd="1" destOrd="0" presId="urn:microsoft.com/office/officeart/2016/7/layout/LinearArrowProcessNumbered"/>
    <dgm:cxn modelId="{7133570E-FF70-4947-BD20-971A51530D1E}" type="presParOf" srcId="{1442E62A-84DC-4CDF-A5CA-2E4FD272EB29}" destId="{DB9E1F94-0C90-4651-B9BC-A14866D8C03C}" srcOrd="0" destOrd="0" presId="urn:microsoft.com/office/officeart/2016/7/layout/LinearArrowProcessNumbered"/>
    <dgm:cxn modelId="{C52E4D66-3939-4332-8F18-854B7E7A0608}" type="presParOf" srcId="{1442E62A-84DC-4CDF-A5CA-2E4FD272EB29}" destId="{0C1728C8-78EA-4875-986E-56A65633855C}" srcOrd="1" destOrd="0" presId="urn:microsoft.com/office/officeart/2016/7/layout/LinearArrowProcessNumbered"/>
    <dgm:cxn modelId="{616BB3A8-66ED-4E69-9768-C5347ED89CC9}" type="presParOf" srcId="{1442E62A-84DC-4CDF-A5CA-2E4FD272EB29}" destId="{2414D89A-6CAD-4555-8579-77E573527229}" srcOrd="2" destOrd="0" presId="urn:microsoft.com/office/officeart/2016/7/layout/LinearArrowProcessNumbered"/>
    <dgm:cxn modelId="{47C78C35-5C94-4147-8A56-C2D6F0F64F52}" type="presParOf" srcId="{1442E62A-84DC-4CDF-A5CA-2E4FD272EB29}" destId="{1D7BCD98-0A7E-4452-A649-9D24AD5E034E}" srcOrd="3" destOrd="0" presId="urn:microsoft.com/office/officeart/2016/7/layout/LinearArrowProcessNumbered"/>
    <dgm:cxn modelId="{7BFDD0FE-1B59-4857-BBA3-A81E0DA93FB0}" type="presParOf" srcId="{D7414ED7-6B3F-487E-BB71-0E358205C5E5}" destId="{BBF0A15D-7375-4AEA-9B90-5B34B6830F44}" srcOrd="2" destOrd="0" presId="urn:microsoft.com/office/officeart/2016/7/layout/LinearArrowProcessNumbered"/>
    <dgm:cxn modelId="{DF98364B-8403-4555-967F-7D65A02CA91D}" type="presParOf" srcId="{04356C4C-2EF2-4E94-989B-06A8C50489E8}" destId="{8E689D81-309F-4AE2-A8EC-3418485E80FF}" srcOrd="5" destOrd="0" presId="urn:microsoft.com/office/officeart/2016/7/layout/LinearArrowProcessNumbered"/>
    <dgm:cxn modelId="{B4819442-9FEE-4C9F-B4BE-371FA6BAD57A}" type="presParOf" srcId="{04356C4C-2EF2-4E94-989B-06A8C50489E8}" destId="{55A16801-8243-4F0E-B3CB-879797E5A99D}" srcOrd="6" destOrd="0" presId="urn:microsoft.com/office/officeart/2016/7/layout/LinearArrowProcessNumbered"/>
    <dgm:cxn modelId="{A1250B97-699F-4542-9515-654622F44472}" type="presParOf" srcId="{55A16801-8243-4F0E-B3CB-879797E5A99D}" destId="{1335C213-F9CB-4F24-A012-C51A0A4060A9}" srcOrd="0" destOrd="0" presId="urn:microsoft.com/office/officeart/2016/7/layout/LinearArrowProcessNumbered"/>
    <dgm:cxn modelId="{7629A8B1-70CC-461E-A9F6-8A39B3E6ACC6}" type="presParOf" srcId="{55A16801-8243-4F0E-B3CB-879797E5A99D}" destId="{88EBD25F-3558-4D5C-8C4A-C2C5E7519427}" srcOrd="1" destOrd="0" presId="urn:microsoft.com/office/officeart/2016/7/layout/LinearArrowProcessNumbered"/>
    <dgm:cxn modelId="{2026C063-1774-4528-AC8F-5858785DAA21}" type="presParOf" srcId="{88EBD25F-3558-4D5C-8C4A-C2C5E7519427}" destId="{74BA8F99-85B7-4155-8052-60AC73979568}" srcOrd="0" destOrd="0" presId="urn:microsoft.com/office/officeart/2016/7/layout/LinearArrowProcessNumbered"/>
    <dgm:cxn modelId="{102E879D-C4DB-46C0-88CD-33A65BC7475A}" type="presParOf" srcId="{88EBD25F-3558-4D5C-8C4A-C2C5E7519427}" destId="{FC9869C0-1E0F-433B-9798-F0FA548FA395}" srcOrd="1" destOrd="0" presId="urn:microsoft.com/office/officeart/2016/7/layout/LinearArrowProcessNumbered"/>
    <dgm:cxn modelId="{71B28BCB-762F-4208-B2C1-120B93BA45F8}" type="presParOf" srcId="{88EBD25F-3558-4D5C-8C4A-C2C5E7519427}" destId="{1255F4B6-32B3-47AB-8EAD-BE03F8467828}" srcOrd="2" destOrd="0" presId="urn:microsoft.com/office/officeart/2016/7/layout/LinearArrowProcessNumbered"/>
    <dgm:cxn modelId="{1D0E3108-9FDB-4E84-9134-A260665BB164}" type="presParOf" srcId="{88EBD25F-3558-4D5C-8C4A-C2C5E7519427}" destId="{1CE18F87-6A5D-43D7-8487-8B82992632FB}" srcOrd="3" destOrd="0" presId="urn:microsoft.com/office/officeart/2016/7/layout/LinearArrowProcessNumbered"/>
    <dgm:cxn modelId="{40E9C850-B456-4A25-BC77-5EA3BDBA8097}" type="presParOf" srcId="{55A16801-8243-4F0E-B3CB-879797E5A99D}" destId="{B1A350BC-8974-4EB7-88A6-C61856FBD8C8}" srcOrd="2" destOrd="0" presId="urn:microsoft.com/office/officeart/2016/7/layout/LinearArrowProcessNumbered"/>
    <dgm:cxn modelId="{F2725271-13A4-4A18-A269-DB642D3DE4E1}" type="presParOf" srcId="{04356C4C-2EF2-4E94-989B-06A8C50489E8}" destId="{BAE83904-4BB3-42A5-8AC5-F4B2196566F7}" srcOrd="7" destOrd="0" presId="urn:microsoft.com/office/officeart/2016/7/layout/LinearArrowProcessNumbered"/>
    <dgm:cxn modelId="{11ACFE61-1396-4051-A38B-626760C78D57}" type="presParOf" srcId="{04356C4C-2EF2-4E94-989B-06A8C50489E8}" destId="{B7F4F161-F4DA-44C2-8085-7BDC6BF63A0C}" srcOrd="8" destOrd="0" presId="urn:microsoft.com/office/officeart/2016/7/layout/LinearArrowProcessNumbered"/>
    <dgm:cxn modelId="{FDEE12CB-E8D4-4C7B-A323-0C847550F2DE}" type="presParOf" srcId="{B7F4F161-F4DA-44C2-8085-7BDC6BF63A0C}" destId="{8214E577-6894-4A45-91D0-2EBD83A1C68E}" srcOrd="0" destOrd="0" presId="urn:microsoft.com/office/officeart/2016/7/layout/LinearArrowProcessNumbered"/>
    <dgm:cxn modelId="{E353A03D-735E-444E-9D8F-52258839F1F8}" type="presParOf" srcId="{B7F4F161-F4DA-44C2-8085-7BDC6BF63A0C}" destId="{2254C9CC-B988-4694-8770-C74956825815}" srcOrd="1" destOrd="0" presId="urn:microsoft.com/office/officeart/2016/7/layout/LinearArrowProcessNumbered"/>
    <dgm:cxn modelId="{69AD543B-89D8-4D3F-BB95-C51850E4E7EE}" type="presParOf" srcId="{2254C9CC-B988-4694-8770-C74956825815}" destId="{A2D1732C-6FEC-467F-B459-358F7D5ABC62}" srcOrd="0" destOrd="0" presId="urn:microsoft.com/office/officeart/2016/7/layout/LinearArrowProcessNumbered"/>
    <dgm:cxn modelId="{DBC32917-0E23-4651-8577-781BB3CFC8F1}" type="presParOf" srcId="{2254C9CC-B988-4694-8770-C74956825815}" destId="{A00ED219-8202-47A3-8BBC-3483F70FE906}" srcOrd="1" destOrd="0" presId="urn:microsoft.com/office/officeart/2016/7/layout/LinearArrowProcessNumbered"/>
    <dgm:cxn modelId="{568C544B-000B-49BF-98BE-12FBD1641BFA}" type="presParOf" srcId="{2254C9CC-B988-4694-8770-C74956825815}" destId="{5AA605DC-75C3-4CA2-8134-64D6DEB04217}" srcOrd="2" destOrd="0" presId="urn:microsoft.com/office/officeart/2016/7/layout/LinearArrowProcessNumbered"/>
    <dgm:cxn modelId="{3EF37310-2F27-47F9-B7DD-C6BE7789BDE7}" type="presParOf" srcId="{2254C9CC-B988-4694-8770-C74956825815}" destId="{D8D47488-9525-41C8-A436-B87CAC29A8D9}" srcOrd="3" destOrd="0" presId="urn:microsoft.com/office/officeart/2016/7/layout/LinearArrowProcessNumbered"/>
    <dgm:cxn modelId="{FF233DB4-EB01-4957-8E54-50B52B4FF457}" type="presParOf" srcId="{B7F4F161-F4DA-44C2-8085-7BDC6BF63A0C}" destId="{EAF898E5-1E58-4617-97AB-14D300901315}" srcOrd="2" destOrd="0" presId="urn:microsoft.com/office/officeart/2016/7/layout/LinearArrowProcessNumbered"/>
    <dgm:cxn modelId="{EEDE37BC-7138-4667-8AA0-DEEAD5BB39E1}" type="presParOf" srcId="{04356C4C-2EF2-4E94-989B-06A8C50489E8}" destId="{C1BF1732-BF6D-4545-9631-2F178579D2C3}" srcOrd="9" destOrd="0" presId="urn:microsoft.com/office/officeart/2016/7/layout/LinearArrowProcessNumbered"/>
    <dgm:cxn modelId="{72C22298-A563-4BD1-870B-C026D2675A73}" type="presParOf" srcId="{04356C4C-2EF2-4E94-989B-06A8C50489E8}" destId="{FB55D6AB-2DC5-4DEC-A2DA-A06A7F215CCA}" srcOrd="10" destOrd="0" presId="urn:microsoft.com/office/officeart/2016/7/layout/LinearArrowProcessNumbered"/>
    <dgm:cxn modelId="{B72E42DF-3004-44B7-A800-CA57899A9D05}" type="presParOf" srcId="{FB55D6AB-2DC5-4DEC-A2DA-A06A7F215CCA}" destId="{7F6E288C-3A0F-491F-AFD9-321CB1A6BC4A}" srcOrd="0" destOrd="0" presId="urn:microsoft.com/office/officeart/2016/7/layout/LinearArrowProcessNumbered"/>
    <dgm:cxn modelId="{D7E71FEC-8D45-44E5-96F0-2A3C1E896985}" type="presParOf" srcId="{FB55D6AB-2DC5-4DEC-A2DA-A06A7F215CCA}" destId="{A30D01A1-DA12-4D04-BC85-64151528E82A}" srcOrd="1" destOrd="0" presId="urn:microsoft.com/office/officeart/2016/7/layout/LinearArrowProcessNumbered"/>
    <dgm:cxn modelId="{EB332EAE-E9F7-4D4B-8282-664D2746151A}" type="presParOf" srcId="{A30D01A1-DA12-4D04-BC85-64151528E82A}" destId="{9F39271E-863E-45EC-AEFE-01569CF62D7F}" srcOrd="0" destOrd="0" presId="urn:microsoft.com/office/officeart/2016/7/layout/LinearArrowProcessNumbered"/>
    <dgm:cxn modelId="{7EF097D6-1AAC-4E47-9520-39ADC7248C75}" type="presParOf" srcId="{A30D01A1-DA12-4D04-BC85-64151528E82A}" destId="{E4D54F51-EDDD-4068-925B-4D49DCF2517F}" srcOrd="1" destOrd="0" presId="urn:microsoft.com/office/officeart/2016/7/layout/LinearArrowProcessNumbered"/>
    <dgm:cxn modelId="{FA3A4BD2-5E30-429C-A254-E92103FA1440}" type="presParOf" srcId="{A30D01A1-DA12-4D04-BC85-64151528E82A}" destId="{D0C2C794-BA85-4293-9EFB-5208777A600A}" srcOrd="2" destOrd="0" presId="urn:microsoft.com/office/officeart/2016/7/layout/LinearArrowProcessNumbered"/>
    <dgm:cxn modelId="{C807BB5F-4603-4EBE-ADCC-9832D2AD7140}" type="presParOf" srcId="{A30D01A1-DA12-4D04-BC85-64151528E82A}" destId="{F5122398-07A4-449E-8C4F-7FCA64956ABF}" srcOrd="3" destOrd="0" presId="urn:microsoft.com/office/officeart/2016/7/layout/LinearArrowProcessNumbered"/>
    <dgm:cxn modelId="{DECBBF3A-E87F-49AC-A719-A6F50E01AF91}" type="presParOf" srcId="{FB55D6AB-2DC5-4DEC-A2DA-A06A7F215CCA}" destId="{F1AD6386-1CAF-4D7D-87FC-5765BB553A25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0963F9-F45F-4C44-AF5C-1878AE78785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48F89D-7839-4E45-9E01-CBEFD445E1B4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Dataset: crop_yield_5_years.csv</a:t>
          </a:r>
        </a:p>
      </dgm:t>
    </dgm:pt>
    <dgm:pt modelId="{C8A58B54-7ED4-4E20-BC71-D242DA9217F5}" type="parTrans" cxnId="{DC1F8FF5-31E3-41FE-AF49-5B61EDECD108}">
      <dgm:prSet/>
      <dgm:spPr/>
      <dgm:t>
        <a:bodyPr/>
        <a:lstStyle/>
        <a:p>
          <a:endParaRPr lang="en-US"/>
        </a:p>
      </dgm:t>
    </dgm:pt>
    <dgm:pt modelId="{76F0AD8D-8F4E-4C1E-A856-F0FFA88C182C}" type="sibTrans" cxnId="{DC1F8FF5-31E3-41FE-AF49-5B61EDECD108}">
      <dgm:prSet/>
      <dgm:spPr/>
      <dgm:t>
        <a:bodyPr/>
        <a:lstStyle/>
        <a:p>
          <a:endParaRPr lang="en-US"/>
        </a:p>
      </dgm:t>
    </dgm:pt>
    <dgm:pt modelId="{C7C5ED65-8D20-4E8F-A982-16D1855D4526}">
      <dgm:prSet/>
      <dgm:spPr/>
      <dgm:t>
        <a:bodyPr/>
        <a:lstStyle/>
        <a:p>
          <a:r>
            <a:rPr lang="en-US" dirty="0">
              <a:latin typeface="Amasis MT Pro Black" panose="02040A04050005020304" pitchFamily="18" charset="0"/>
            </a:rPr>
            <a:t>Years: 2016–2020 | Rows: 4285 | Columns: 10</a:t>
          </a:r>
        </a:p>
      </dgm:t>
    </dgm:pt>
    <dgm:pt modelId="{C62946D3-DECD-4F8D-9DA1-EF2CBFCDC4D8}" type="parTrans" cxnId="{8A6E9359-1019-4B27-87A7-1923039923DB}">
      <dgm:prSet/>
      <dgm:spPr/>
      <dgm:t>
        <a:bodyPr/>
        <a:lstStyle/>
        <a:p>
          <a:endParaRPr lang="en-US"/>
        </a:p>
      </dgm:t>
    </dgm:pt>
    <dgm:pt modelId="{47E72627-FABC-405F-A7A1-E3F304C6F563}" type="sibTrans" cxnId="{8A6E9359-1019-4B27-87A7-1923039923DB}">
      <dgm:prSet/>
      <dgm:spPr/>
      <dgm:t>
        <a:bodyPr/>
        <a:lstStyle/>
        <a:p>
          <a:endParaRPr lang="en-US"/>
        </a:p>
      </dgm:t>
    </dgm:pt>
    <dgm:pt modelId="{93EC55C8-8CA1-4C12-9A89-28C370C2AEB1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Source: data.gov.in</a:t>
          </a:r>
        </a:p>
      </dgm:t>
    </dgm:pt>
    <dgm:pt modelId="{0699C373-9386-4FCF-96FF-941C9E26227F}" type="parTrans" cxnId="{3C9C43B8-D33D-4B2B-A42C-B27A5585E26B}">
      <dgm:prSet/>
      <dgm:spPr/>
      <dgm:t>
        <a:bodyPr/>
        <a:lstStyle/>
        <a:p>
          <a:endParaRPr lang="en-US"/>
        </a:p>
      </dgm:t>
    </dgm:pt>
    <dgm:pt modelId="{23104671-DD96-4B95-8A7D-8ECBD8B27D25}" type="sibTrans" cxnId="{3C9C43B8-D33D-4B2B-A42C-B27A5585E26B}">
      <dgm:prSet/>
      <dgm:spPr/>
      <dgm:t>
        <a:bodyPr/>
        <a:lstStyle/>
        <a:p>
          <a:endParaRPr lang="en-US"/>
        </a:p>
      </dgm:t>
    </dgm:pt>
    <dgm:pt modelId="{AEFEAA7C-1AFB-4595-891F-5B72D311932C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Key Attributes: Crop, State, Season, Rainfall, Fertilizer, Pesticide, Yield</a:t>
          </a:r>
        </a:p>
      </dgm:t>
    </dgm:pt>
    <dgm:pt modelId="{45409EDE-2219-4D3B-9C5C-92AA0F9B6E54}" type="parTrans" cxnId="{5C31AFCD-E1BE-4B2A-86E1-0B1D9D145AC0}">
      <dgm:prSet/>
      <dgm:spPr/>
      <dgm:t>
        <a:bodyPr/>
        <a:lstStyle/>
        <a:p>
          <a:endParaRPr lang="en-US"/>
        </a:p>
      </dgm:t>
    </dgm:pt>
    <dgm:pt modelId="{3C7B6F51-2EFE-4C5A-A044-9F512C045A6F}" type="sibTrans" cxnId="{5C31AFCD-E1BE-4B2A-86E1-0B1D9D145AC0}">
      <dgm:prSet/>
      <dgm:spPr/>
      <dgm:t>
        <a:bodyPr/>
        <a:lstStyle/>
        <a:p>
          <a:endParaRPr lang="en-US"/>
        </a:p>
      </dgm:t>
    </dgm:pt>
    <dgm:pt modelId="{D59A614D-38CD-496A-AC75-30E62AC63CAE}" type="pres">
      <dgm:prSet presAssocID="{800963F9-F45F-4C44-AF5C-1878AE78785C}" presName="root" presStyleCnt="0">
        <dgm:presLayoutVars>
          <dgm:dir/>
          <dgm:resizeHandles val="exact"/>
        </dgm:presLayoutVars>
      </dgm:prSet>
      <dgm:spPr/>
    </dgm:pt>
    <dgm:pt modelId="{DCE0E806-B0F4-4D13-B074-031F35A33400}" type="pres">
      <dgm:prSet presAssocID="{5548F89D-7839-4E45-9E01-CBEFD445E1B4}" presName="compNode" presStyleCnt="0"/>
      <dgm:spPr/>
    </dgm:pt>
    <dgm:pt modelId="{E18B684C-1724-4363-970C-36CC4D6590ED}" type="pres">
      <dgm:prSet presAssocID="{5548F89D-7839-4E45-9E01-CBEFD445E1B4}" presName="bgRect" presStyleLbl="bgShp" presStyleIdx="0" presStyleCnt="4"/>
      <dgm:spPr/>
    </dgm:pt>
    <dgm:pt modelId="{53FC6111-327C-43ED-A414-9654EE304F17}" type="pres">
      <dgm:prSet presAssocID="{5548F89D-7839-4E45-9E01-CBEFD445E1B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EBEDC7C-BD20-40BC-A76E-A1DBB4AC87F7}" type="pres">
      <dgm:prSet presAssocID="{5548F89D-7839-4E45-9E01-CBEFD445E1B4}" presName="spaceRect" presStyleCnt="0"/>
      <dgm:spPr/>
    </dgm:pt>
    <dgm:pt modelId="{62D509CC-51E0-40E6-83ED-563320E7E56C}" type="pres">
      <dgm:prSet presAssocID="{5548F89D-7839-4E45-9E01-CBEFD445E1B4}" presName="parTx" presStyleLbl="revTx" presStyleIdx="0" presStyleCnt="4">
        <dgm:presLayoutVars>
          <dgm:chMax val="0"/>
          <dgm:chPref val="0"/>
        </dgm:presLayoutVars>
      </dgm:prSet>
      <dgm:spPr/>
    </dgm:pt>
    <dgm:pt modelId="{0E766097-3CE0-4403-BCAA-05DF2661D323}" type="pres">
      <dgm:prSet presAssocID="{76F0AD8D-8F4E-4C1E-A856-F0FFA88C182C}" presName="sibTrans" presStyleCnt="0"/>
      <dgm:spPr/>
    </dgm:pt>
    <dgm:pt modelId="{9ABA7ED8-274F-4D66-8D44-04C2AD011F65}" type="pres">
      <dgm:prSet presAssocID="{C7C5ED65-8D20-4E8F-A982-16D1855D4526}" presName="compNode" presStyleCnt="0"/>
      <dgm:spPr/>
    </dgm:pt>
    <dgm:pt modelId="{283E2D01-3C4C-43C3-9FB0-F3EDD404BBF5}" type="pres">
      <dgm:prSet presAssocID="{C7C5ED65-8D20-4E8F-A982-16D1855D4526}" presName="bgRect" presStyleLbl="bgShp" presStyleIdx="1" presStyleCnt="4"/>
      <dgm:spPr/>
    </dgm:pt>
    <dgm:pt modelId="{29809327-184C-4611-926F-4268FDB4BA6C}" type="pres">
      <dgm:prSet presAssocID="{C7C5ED65-8D20-4E8F-A982-16D1855D452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8ADA583-E4F9-4D55-9839-AC949EC9F89E}" type="pres">
      <dgm:prSet presAssocID="{C7C5ED65-8D20-4E8F-A982-16D1855D4526}" presName="spaceRect" presStyleCnt="0"/>
      <dgm:spPr/>
    </dgm:pt>
    <dgm:pt modelId="{BE70B296-8BB1-4D2E-BE9F-8A30A9EF8D21}" type="pres">
      <dgm:prSet presAssocID="{C7C5ED65-8D20-4E8F-A982-16D1855D4526}" presName="parTx" presStyleLbl="revTx" presStyleIdx="1" presStyleCnt="4">
        <dgm:presLayoutVars>
          <dgm:chMax val="0"/>
          <dgm:chPref val="0"/>
        </dgm:presLayoutVars>
      </dgm:prSet>
      <dgm:spPr/>
    </dgm:pt>
    <dgm:pt modelId="{0DFEB41A-4748-4F8C-9A81-15C6B536530E}" type="pres">
      <dgm:prSet presAssocID="{47E72627-FABC-405F-A7A1-E3F304C6F563}" presName="sibTrans" presStyleCnt="0"/>
      <dgm:spPr/>
    </dgm:pt>
    <dgm:pt modelId="{1A4C7819-1733-47E7-BDA7-1EC27CBCC2BD}" type="pres">
      <dgm:prSet presAssocID="{93EC55C8-8CA1-4C12-9A89-28C370C2AEB1}" presName="compNode" presStyleCnt="0"/>
      <dgm:spPr/>
    </dgm:pt>
    <dgm:pt modelId="{A941EB18-C28C-4BBE-A60C-C699E87554EA}" type="pres">
      <dgm:prSet presAssocID="{93EC55C8-8CA1-4C12-9A89-28C370C2AEB1}" presName="bgRect" presStyleLbl="bgShp" presStyleIdx="2" presStyleCnt="4"/>
      <dgm:spPr/>
    </dgm:pt>
    <dgm:pt modelId="{DB8D7F09-903E-4522-BB34-72C211F822C9}" type="pres">
      <dgm:prSet presAssocID="{93EC55C8-8CA1-4C12-9A89-28C370C2AEB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51D136BC-ACB8-4C6F-8F89-74D273218E6C}" type="pres">
      <dgm:prSet presAssocID="{93EC55C8-8CA1-4C12-9A89-28C370C2AEB1}" presName="spaceRect" presStyleCnt="0"/>
      <dgm:spPr/>
    </dgm:pt>
    <dgm:pt modelId="{C888ACA0-E06B-40AB-847E-2CD0FEA67D15}" type="pres">
      <dgm:prSet presAssocID="{93EC55C8-8CA1-4C12-9A89-28C370C2AEB1}" presName="parTx" presStyleLbl="revTx" presStyleIdx="2" presStyleCnt="4">
        <dgm:presLayoutVars>
          <dgm:chMax val="0"/>
          <dgm:chPref val="0"/>
        </dgm:presLayoutVars>
      </dgm:prSet>
      <dgm:spPr/>
    </dgm:pt>
    <dgm:pt modelId="{89A582F2-80D9-45B5-A28C-94D7EB6A2B8A}" type="pres">
      <dgm:prSet presAssocID="{23104671-DD96-4B95-8A7D-8ECBD8B27D25}" presName="sibTrans" presStyleCnt="0"/>
      <dgm:spPr/>
    </dgm:pt>
    <dgm:pt modelId="{BFE018B3-5158-4E38-9DE7-6FD151EE3BF7}" type="pres">
      <dgm:prSet presAssocID="{AEFEAA7C-1AFB-4595-891F-5B72D311932C}" presName="compNode" presStyleCnt="0"/>
      <dgm:spPr/>
    </dgm:pt>
    <dgm:pt modelId="{B706FD0B-7C32-48F1-90C8-41C33C206A13}" type="pres">
      <dgm:prSet presAssocID="{AEFEAA7C-1AFB-4595-891F-5B72D311932C}" presName="bgRect" presStyleLbl="bgShp" presStyleIdx="3" presStyleCnt="4"/>
      <dgm:spPr/>
    </dgm:pt>
    <dgm:pt modelId="{1294C0A0-5A0A-42D8-8C01-1DBCC80F02DA}" type="pres">
      <dgm:prSet presAssocID="{AEFEAA7C-1AFB-4595-891F-5B72D311932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y scene"/>
        </a:ext>
      </dgm:extLst>
    </dgm:pt>
    <dgm:pt modelId="{C720D69A-12CF-4147-84A3-D1B97540090C}" type="pres">
      <dgm:prSet presAssocID="{AEFEAA7C-1AFB-4595-891F-5B72D311932C}" presName="spaceRect" presStyleCnt="0"/>
      <dgm:spPr/>
    </dgm:pt>
    <dgm:pt modelId="{D822869A-2663-42F6-9444-9445F556BB41}" type="pres">
      <dgm:prSet presAssocID="{AEFEAA7C-1AFB-4595-891F-5B72D311932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F800264-951B-4006-AF77-CC0E22F64D6F}" type="presOf" srcId="{800963F9-F45F-4C44-AF5C-1878AE78785C}" destId="{D59A614D-38CD-496A-AC75-30E62AC63CAE}" srcOrd="0" destOrd="0" presId="urn:microsoft.com/office/officeart/2018/2/layout/IconVerticalSolidList"/>
    <dgm:cxn modelId="{8A6E9359-1019-4B27-87A7-1923039923DB}" srcId="{800963F9-F45F-4C44-AF5C-1878AE78785C}" destId="{C7C5ED65-8D20-4E8F-A982-16D1855D4526}" srcOrd="1" destOrd="0" parTransId="{C62946D3-DECD-4F8D-9DA1-EF2CBFCDC4D8}" sibTransId="{47E72627-FABC-405F-A7A1-E3F304C6F563}"/>
    <dgm:cxn modelId="{00C93284-1D27-4579-A44D-589B3355EF5D}" type="presOf" srcId="{AEFEAA7C-1AFB-4595-891F-5B72D311932C}" destId="{D822869A-2663-42F6-9444-9445F556BB41}" srcOrd="0" destOrd="0" presId="urn:microsoft.com/office/officeart/2018/2/layout/IconVerticalSolidList"/>
    <dgm:cxn modelId="{279EC989-6252-4C9F-B369-BDB6BFCF1EFD}" type="presOf" srcId="{5548F89D-7839-4E45-9E01-CBEFD445E1B4}" destId="{62D509CC-51E0-40E6-83ED-563320E7E56C}" srcOrd="0" destOrd="0" presId="urn:microsoft.com/office/officeart/2018/2/layout/IconVerticalSolidList"/>
    <dgm:cxn modelId="{3C9C43B8-D33D-4B2B-A42C-B27A5585E26B}" srcId="{800963F9-F45F-4C44-AF5C-1878AE78785C}" destId="{93EC55C8-8CA1-4C12-9A89-28C370C2AEB1}" srcOrd="2" destOrd="0" parTransId="{0699C373-9386-4FCF-96FF-941C9E26227F}" sibTransId="{23104671-DD96-4B95-8A7D-8ECBD8B27D25}"/>
    <dgm:cxn modelId="{5C31AFCD-E1BE-4B2A-86E1-0B1D9D145AC0}" srcId="{800963F9-F45F-4C44-AF5C-1878AE78785C}" destId="{AEFEAA7C-1AFB-4595-891F-5B72D311932C}" srcOrd="3" destOrd="0" parTransId="{45409EDE-2219-4D3B-9C5C-92AA0F9B6E54}" sibTransId="{3C7B6F51-2EFE-4C5A-A044-9F512C045A6F}"/>
    <dgm:cxn modelId="{9D7353EB-C7E2-4189-8BBF-E26ADDA1D023}" type="presOf" srcId="{93EC55C8-8CA1-4C12-9A89-28C370C2AEB1}" destId="{C888ACA0-E06B-40AB-847E-2CD0FEA67D15}" srcOrd="0" destOrd="0" presId="urn:microsoft.com/office/officeart/2018/2/layout/IconVerticalSolidList"/>
    <dgm:cxn modelId="{A7AAD8F1-DC58-487E-BD63-8336003F8116}" type="presOf" srcId="{C7C5ED65-8D20-4E8F-A982-16D1855D4526}" destId="{BE70B296-8BB1-4D2E-BE9F-8A30A9EF8D21}" srcOrd="0" destOrd="0" presId="urn:microsoft.com/office/officeart/2018/2/layout/IconVerticalSolidList"/>
    <dgm:cxn modelId="{DC1F8FF5-31E3-41FE-AF49-5B61EDECD108}" srcId="{800963F9-F45F-4C44-AF5C-1878AE78785C}" destId="{5548F89D-7839-4E45-9E01-CBEFD445E1B4}" srcOrd="0" destOrd="0" parTransId="{C8A58B54-7ED4-4E20-BC71-D242DA9217F5}" sibTransId="{76F0AD8D-8F4E-4C1E-A856-F0FFA88C182C}"/>
    <dgm:cxn modelId="{EF00B4EB-2480-46AA-88F3-43E9C2CA8D69}" type="presParOf" srcId="{D59A614D-38CD-496A-AC75-30E62AC63CAE}" destId="{DCE0E806-B0F4-4D13-B074-031F35A33400}" srcOrd="0" destOrd="0" presId="urn:microsoft.com/office/officeart/2018/2/layout/IconVerticalSolidList"/>
    <dgm:cxn modelId="{9A5E08FE-7B64-4A7D-BFA3-79BF671CC8F6}" type="presParOf" srcId="{DCE0E806-B0F4-4D13-B074-031F35A33400}" destId="{E18B684C-1724-4363-970C-36CC4D6590ED}" srcOrd="0" destOrd="0" presId="urn:microsoft.com/office/officeart/2018/2/layout/IconVerticalSolidList"/>
    <dgm:cxn modelId="{7599679D-8FBA-4AC9-9175-3602E957C170}" type="presParOf" srcId="{DCE0E806-B0F4-4D13-B074-031F35A33400}" destId="{53FC6111-327C-43ED-A414-9654EE304F17}" srcOrd="1" destOrd="0" presId="urn:microsoft.com/office/officeart/2018/2/layout/IconVerticalSolidList"/>
    <dgm:cxn modelId="{CA8A2024-3D7E-467D-977A-7713CDF10AE6}" type="presParOf" srcId="{DCE0E806-B0F4-4D13-B074-031F35A33400}" destId="{9EBEDC7C-BD20-40BC-A76E-A1DBB4AC87F7}" srcOrd="2" destOrd="0" presId="urn:microsoft.com/office/officeart/2018/2/layout/IconVerticalSolidList"/>
    <dgm:cxn modelId="{3A295048-C036-4843-9183-E65C27D0210B}" type="presParOf" srcId="{DCE0E806-B0F4-4D13-B074-031F35A33400}" destId="{62D509CC-51E0-40E6-83ED-563320E7E56C}" srcOrd="3" destOrd="0" presId="urn:microsoft.com/office/officeart/2018/2/layout/IconVerticalSolidList"/>
    <dgm:cxn modelId="{52865219-442B-4CA6-831B-50150F74DCC5}" type="presParOf" srcId="{D59A614D-38CD-496A-AC75-30E62AC63CAE}" destId="{0E766097-3CE0-4403-BCAA-05DF2661D323}" srcOrd="1" destOrd="0" presId="urn:microsoft.com/office/officeart/2018/2/layout/IconVerticalSolidList"/>
    <dgm:cxn modelId="{75691CA5-B3E1-475B-B7AC-84873A707020}" type="presParOf" srcId="{D59A614D-38CD-496A-AC75-30E62AC63CAE}" destId="{9ABA7ED8-274F-4D66-8D44-04C2AD011F65}" srcOrd="2" destOrd="0" presId="urn:microsoft.com/office/officeart/2018/2/layout/IconVerticalSolidList"/>
    <dgm:cxn modelId="{33E2AADF-D19E-4582-9DE2-29502D5D1927}" type="presParOf" srcId="{9ABA7ED8-274F-4D66-8D44-04C2AD011F65}" destId="{283E2D01-3C4C-43C3-9FB0-F3EDD404BBF5}" srcOrd="0" destOrd="0" presId="urn:microsoft.com/office/officeart/2018/2/layout/IconVerticalSolidList"/>
    <dgm:cxn modelId="{BAECFEA4-A676-4C15-A5BB-747701F2B49E}" type="presParOf" srcId="{9ABA7ED8-274F-4D66-8D44-04C2AD011F65}" destId="{29809327-184C-4611-926F-4268FDB4BA6C}" srcOrd="1" destOrd="0" presId="urn:microsoft.com/office/officeart/2018/2/layout/IconVerticalSolidList"/>
    <dgm:cxn modelId="{3C4875ED-19EB-408A-A7E5-A8E8DE53BF37}" type="presParOf" srcId="{9ABA7ED8-274F-4D66-8D44-04C2AD011F65}" destId="{B8ADA583-E4F9-4D55-9839-AC949EC9F89E}" srcOrd="2" destOrd="0" presId="urn:microsoft.com/office/officeart/2018/2/layout/IconVerticalSolidList"/>
    <dgm:cxn modelId="{3DF61E19-31D4-444B-AA91-C55B2EB09333}" type="presParOf" srcId="{9ABA7ED8-274F-4D66-8D44-04C2AD011F65}" destId="{BE70B296-8BB1-4D2E-BE9F-8A30A9EF8D21}" srcOrd="3" destOrd="0" presId="urn:microsoft.com/office/officeart/2018/2/layout/IconVerticalSolidList"/>
    <dgm:cxn modelId="{A4CBCA5D-07C0-48A3-980E-894BC672F408}" type="presParOf" srcId="{D59A614D-38CD-496A-AC75-30E62AC63CAE}" destId="{0DFEB41A-4748-4F8C-9A81-15C6B536530E}" srcOrd="3" destOrd="0" presId="urn:microsoft.com/office/officeart/2018/2/layout/IconVerticalSolidList"/>
    <dgm:cxn modelId="{1E06BBB6-93FD-429D-9B03-13E447165708}" type="presParOf" srcId="{D59A614D-38CD-496A-AC75-30E62AC63CAE}" destId="{1A4C7819-1733-47E7-BDA7-1EC27CBCC2BD}" srcOrd="4" destOrd="0" presId="urn:microsoft.com/office/officeart/2018/2/layout/IconVerticalSolidList"/>
    <dgm:cxn modelId="{42484FFB-E742-48B7-90BD-B3FC32F4ECBF}" type="presParOf" srcId="{1A4C7819-1733-47E7-BDA7-1EC27CBCC2BD}" destId="{A941EB18-C28C-4BBE-A60C-C699E87554EA}" srcOrd="0" destOrd="0" presId="urn:microsoft.com/office/officeart/2018/2/layout/IconVerticalSolidList"/>
    <dgm:cxn modelId="{C73570C6-418E-4480-B3AF-4971C4C761A0}" type="presParOf" srcId="{1A4C7819-1733-47E7-BDA7-1EC27CBCC2BD}" destId="{DB8D7F09-903E-4522-BB34-72C211F822C9}" srcOrd="1" destOrd="0" presId="urn:microsoft.com/office/officeart/2018/2/layout/IconVerticalSolidList"/>
    <dgm:cxn modelId="{94B3099D-9AD1-4BD7-9080-91A70592791E}" type="presParOf" srcId="{1A4C7819-1733-47E7-BDA7-1EC27CBCC2BD}" destId="{51D136BC-ACB8-4C6F-8F89-74D273218E6C}" srcOrd="2" destOrd="0" presId="urn:microsoft.com/office/officeart/2018/2/layout/IconVerticalSolidList"/>
    <dgm:cxn modelId="{16A6178D-80B8-4B99-9F86-C616E92065DB}" type="presParOf" srcId="{1A4C7819-1733-47E7-BDA7-1EC27CBCC2BD}" destId="{C888ACA0-E06B-40AB-847E-2CD0FEA67D15}" srcOrd="3" destOrd="0" presId="urn:microsoft.com/office/officeart/2018/2/layout/IconVerticalSolidList"/>
    <dgm:cxn modelId="{7BFE7F58-8353-4EC5-B977-72DA1EC23D2B}" type="presParOf" srcId="{D59A614D-38CD-496A-AC75-30E62AC63CAE}" destId="{89A582F2-80D9-45B5-A28C-94D7EB6A2B8A}" srcOrd="5" destOrd="0" presId="urn:microsoft.com/office/officeart/2018/2/layout/IconVerticalSolidList"/>
    <dgm:cxn modelId="{7A3E0CF2-E8EF-4950-BFF7-0192F0C60CCB}" type="presParOf" srcId="{D59A614D-38CD-496A-AC75-30E62AC63CAE}" destId="{BFE018B3-5158-4E38-9DE7-6FD151EE3BF7}" srcOrd="6" destOrd="0" presId="urn:microsoft.com/office/officeart/2018/2/layout/IconVerticalSolidList"/>
    <dgm:cxn modelId="{0680ED8A-CFC1-42E3-A353-0E2F6CE187C0}" type="presParOf" srcId="{BFE018B3-5158-4E38-9DE7-6FD151EE3BF7}" destId="{B706FD0B-7C32-48F1-90C8-41C33C206A13}" srcOrd="0" destOrd="0" presId="urn:microsoft.com/office/officeart/2018/2/layout/IconVerticalSolidList"/>
    <dgm:cxn modelId="{E963AE8B-467E-4EF7-ADCA-0F599D15EB40}" type="presParOf" srcId="{BFE018B3-5158-4E38-9DE7-6FD151EE3BF7}" destId="{1294C0A0-5A0A-42D8-8C01-1DBCC80F02DA}" srcOrd="1" destOrd="0" presId="urn:microsoft.com/office/officeart/2018/2/layout/IconVerticalSolidList"/>
    <dgm:cxn modelId="{C26C4B0C-784D-4B51-A349-63FEF4611E7F}" type="presParOf" srcId="{BFE018B3-5158-4E38-9DE7-6FD151EE3BF7}" destId="{C720D69A-12CF-4147-84A3-D1B97540090C}" srcOrd="2" destOrd="0" presId="urn:microsoft.com/office/officeart/2018/2/layout/IconVerticalSolidList"/>
    <dgm:cxn modelId="{0FBE0E23-48A5-438A-9052-5BA5DEA6ED67}" type="presParOf" srcId="{BFE018B3-5158-4E38-9DE7-6FD151EE3BF7}" destId="{D822869A-2663-42F6-9444-9445F556BB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32C7B9-C0E5-4C5C-ACC6-B3B825F7CB7B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9E20B59F-8B30-48EA-A50A-290561B63565}">
      <dgm:prSet custT="1"/>
      <dgm:spPr/>
      <dgm:t>
        <a:bodyPr/>
        <a:lstStyle/>
        <a:p>
          <a:r>
            <a:rPr lang="en-US" sz="1400">
              <a:latin typeface="Amasis MT Pro Black" panose="02040A04050005020304" pitchFamily="18" charset="0"/>
            </a:rPr>
            <a:t>RStudio IDE</a:t>
          </a:r>
        </a:p>
      </dgm:t>
    </dgm:pt>
    <dgm:pt modelId="{D4A5A9A2-04C4-4B72-B49A-89C6186720D8}" type="parTrans" cxnId="{2D5EA8C1-B790-40D3-837D-0FA44E0D81E0}">
      <dgm:prSet/>
      <dgm:spPr/>
      <dgm:t>
        <a:bodyPr/>
        <a:lstStyle/>
        <a:p>
          <a:endParaRPr lang="en-US"/>
        </a:p>
      </dgm:t>
    </dgm:pt>
    <dgm:pt modelId="{69B97EEB-21C0-4A67-BFE8-99CA9A3BAA02}" type="sibTrans" cxnId="{2D5EA8C1-B790-40D3-837D-0FA44E0D81E0}">
      <dgm:prSet/>
      <dgm:spPr/>
      <dgm:t>
        <a:bodyPr/>
        <a:lstStyle/>
        <a:p>
          <a:endParaRPr lang="en-US"/>
        </a:p>
      </dgm:t>
    </dgm:pt>
    <dgm:pt modelId="{6155697A-0FD5-4371-884D-7EFB0FF5FB9C}">
      <dgm:prSet custT="1"/>
      <dgm:spPr/>
      <dgm:t>
        <a:bodyPr/>
        <a:lstStyle/>
        <a:p>
          <a:r>
            <a:rPr lang="en-US" sz="1400" dirty="0">
              <a:latin typeface="Amasis MT Pro Black" panose="02040A04050005020304" pitchFamily="18" charset="0"/>
            </a:rPr>
            <a:t>Libraries: ggplot2, caret, cluster, </a:t>
          </a:r>
          <a:r>
            <a:rPr lang="en-US" sz="1400" dirty="0" err="1">
              <a:latin typeface="Amasis MT Pro Black" panose="02040A04050005020304" pitchFamily="18" charset="0"/>
            </a:rPr>
            <a:t>arules</a:t>
          </a:r>
          <a:r>
            <a:rPr lang="en-US" sz="1400" dirty="0">
              <a:latin typeface="Amasis MT Pro Black" panose="02040A04050005020304" pitchFamily="18" charset="0"/>
            </a:rPr>
            <a:t>, </a:t>
          </a:r>
          <a:r>
            <a:rPr lang="en-US" sz="1400" dirty="0" err="1">
              <a:latin typeface="Amasis MT Pro Black" panose="02040A04050005020304" pitchFamily="18" charset="0"/>
            </a:rPr>
            <a:t>arulesViz</a:t>
          </a:r>
          <a:r>
            <a:rPr lang="en-US" sz="1400" dirty="0">
              <a:latin typeface="Amasis MT Pro Black" panose="02040A04050005020304" pitchFamily="18" charset="0"/>
            </a:rPr>
            <a:t>, class</a:t>
          </a:r>
        </a:p>
      </dgm:t>
    </dgm:pt>
    <dgm:pt modelId="{5185EE2D-8FDC-42AA-96B8-F9836EA6A5C7}" type="parTrans" cxnId="{80C7B26D-7BDE-4A62-9E79-F20093EE09DF}">
      <dgm:prSet/>
      <dgm:spPr/>
      <dgm:t>
        <a:bodyPr/>
        <a:lstStyle/>
        <a:p>
          <a:endParaRPr lang="en-US"/>
        </a:p>
      </dgm:t>
    </dgm:pt>
    <dgm:pt modelId="{01714B4A-0468-4C95-80A5-6C072E7489BD}" type="sibTrans" cxnId="{80C7B26D-7BDE-4A62-9E79-F20093EE09DF}">
      <dgm:prSet/>
      <dgm:spPr/>
      <dgm:t>
        <a:bodyPr/>
        <a:lstStyle/>
        <a:p>
          <a:endParaRPr lang="en-US"/>
        </a:p>
      </dgm:t>
    </dgm:pt>
    <dgm:pt modelId="{65F87EA7-DE35-463C-B7E0-FC7FD117EBEC}">
      <dgm:prSet custT="1"/>
      <dgm:spPr/>
      <dgm:t>
        <a:bodyPr/>
        <a:lstStyle/>
        <a:p>
          <a:r>
            <a:rPr lang="en-US" sz="1400">
              <a:latin typeface="Amasis MT Pro Black" panose="02040A04050005020304" pitchFamily="18" charset="0"/>
            </a:rPr>
            <a:t>Purpose:</a:t>
          </a:r>
        </a:p>
      </dgm:t>
    </dgm:pt>
    <dgm:pt modelId="{7DF22AD1-3277-42F9-9D23-8F10051AEBAA}" type="parTrans" cxnId="{AF925FC1-E11E-4B94-A53A-70F7F3B5CF1B}">
      <dgm:prSet/>
      <dgm:spPr/>
      <dgm:t>
        <a:bodyPr/>
        <a:lstStyle/>
        <a:p>
          <a:endParaRPr lang="en-US"/>
        </a:p>
      </dgm:t>
    </dgm:pt>
    <dgm:pt modelId="{423C0209-7E8F-4C3E-9038-27A4D298EC5F}" type="sibTrans" cxnId="{AF925FC1-E11E-4B94-A53A-70F7F3B5CF1B}">
      <dgm:prSet/>
      <dgm:spPr/>
      <dgm:t>
        <a:bodyPr/>
        <a:lstStyle/>
        <a:p>
          <a:endParaRPr lang="en-US"/>
        </a:p>
      </dgm:t>
    </dgm:pt>
    <dgm:pt modelId="{2FA05125-343C-44BB-AAE0-C6F86842B142}">
      <dgm:prSet custT="1"/>
      <dgm:spPr/>
      <dgm:t>
        <a:bodyPr/>
        <a:lstStyle/>
        <a:p>
          <a:r>
            <a:rPr lang="en-US" sz="1400" dirty="0">
              <a:latin typeface="Amasis MT Pro Black" panose="02040A04050005020304" pitchFamily="18" charset="0"/>
            </a:rPr>
            <a:t>• Visualization:</a:t>
          </a:r>
        </a:p>
      </dgm:t>
    </dgm:pt>
    <dgm:pt modelId="{C93C3E27-482E-4F47-A5AF-A42C5D1059AB}" type="parTrans" cxnId="{4EB9F46B-D480-4783-A41A-FEDD4E8C0323}">
      <dgm:prSet/>
      <dgm:spPr/>
      <dgm:t>
        <a:bodyPr/>
        <a:lstStyle/>
        <a:p>
          <a:endParaRPr lang="en-US"/>
        </a:p>
      </dgm:t>
    </dgm:pt>
    <dgm:pt modelId="{17DF7220-3B8D-4141-8862-E447B6F717FC}" type="sibTrans" cxnId="{4EB9F46B-D480-4783-A41A-FEDD4E8C0323}">
      <dgm:prSet/>
      <dgm:spPr/>
      <dgm:t>
        <a:bodyPr/>
        <a:lstStyle/>
        <a:p>
          <a:endParaRPr lang="en-US"/>
        </a:p>
      </dgm:t>
    </dgm:pt>
    <dgm:pt modelId="{DCDCD524-9B0B-4AAE-90D2-7BB6828A52AC}">
      <dgm:prSet custT="1"/>
      <dgm:spPr/>
      <dgm:t>
        <a:bodyPr/>
        <a:lstStyle/>
        <a:p>
          <a:r>
            <a:rPr lang="en-US" sz="1400" dirty="0">
              <a:latin typeface="Amasis MT Pro Black" panose="02040A04050005020304" pitchFamily="18" charset="0"/>
            </a:rPr>
            <a:t>• Classification: KNN </a:t>
          </a:r>
        </a:p>
      </dgm:t>
    </dgm:pt>
    <dgm:pt modelId="{96F608F3-9582-4BDD-A3DF-11CDBCEF3BF3}" type="parTrans" cxnId="{B396279E-66C3-4D1A-86D9-EB568AB2495E}">
      <dgm:prSet/>
      <dgm:spPr/>
      <dgm:t>
        <a:bodyPr/>
        <a:lstStyle/>
        <a:p>
          <a:endParaRPr lang="en-US"/>
        </a:p>
      </dgm:t>
    </dgm:pt>
    <dgm:pt modelId="{C114D603-DEC9-4AFC-8754-88C44DD7C87E}" type="sibTrans" cxnId="{B396279E-66C3-4D1A-86D9-EB568AB2495E}">
      <dgm:prSet/>
      <dgm:spPr/>
      <dgm:t>
        <a:bodyPr/>
        <a:lstStyle/>
        <a:p>
          <a:endParaRPr lang="en-US"/>
        </a:p>
      </dgm:t>
    </dgm:pt>
    <dgm:pt modelId="{AE06C4F2-B92B-465B-96B0-7DD66FEFB36F}">
      <dgm:prSet custT="1"/>
      <dgm:spPr/>
      <dgm:t>
        <a:bodyPr/>
        <a:lstStyle/>
        <a:p>
          <a:r>
            <a:rPr lang="en-US" sz="1400" dirty="0">
              <a:latin typeface="Amasis MT Pro Black" panose="02040A04050005020304" pitchFamily="18" charset="0"/>
            </a:rPr>
            <a:t>• Clustering: K-Means</a:t>
          </a:r>
        </a:p>
      </dgm:t>
    </dgm:pt>
    <dgm:pt modelId="{993A10B9-E359-469E-BB30-1376AAE0D4A7}" type="parTrans" cxnId="{BEDA4B2C-08C1-42E3-A065-FD13A1A16DE1}">
      <dgm:prSet/>
      <dgm:spPr/>
      <dgm:t>
        <a:bodyPr/>
        <a:lstStyle/>
        <a:p>
          <a:endParaRPr lang="en-US"/>
        </a:p>
      </dgm:t>
    </dgm:pt>
    <dgm:pt modelId="{67CA7DA7-B33F-4ED2-B606-2919F0977DC7}" type="sibTrans" cxnId="{BEDA4B2C-08C1-42E3-A065-FD13A1A16DE1}">
      <dgm:prSet/>
      <dgm:spPr/>
      <dgm:t>
        <a:bodyPr/>
        <a:lstStyle/>
        <a:p>
          <a:endParaRPr lang="en-US"/>
        </a:p>
      </dgm:t>
    </dgm:pt>
    <dgm:pt modelId="{0D2CD201-0105-4735-B16C-45CC5BB94425}">
      <dgm:prSet custT="1"/>
      <dgm:spPr/>
      <dgm:t>
        <a:bodyPr/>
        <a:lstStyle/>
        <a:p>
          <a:endParaRPr lang="en-US" sz="1400" dirty="0">
            <a:latin typeface="Amasis MT Pro Black" panose="02040A04050005020304" pitchFamily="18" charset="0"/>
          </a:endParaRPr>
        </a:p>
      </dgm:t>
    </dgm:pt>
    <dgm:pt modelId="{50ABD5C3-5EC8-47C2-9276-242734A4676D}" type="parTrans" cxnId="{265C8E17-6151-49E9-89B6-DDA3D7A8857C}">
      <dgm:prSet/>
      <dgm:spPr/>
      <dgm:t>
        <a:bodyPr/>
        <a:lstStyle/>
        <a:p>
          <a:endParaRPr lang="en-US"/>
        </a:p>
      </dgm:t>
    </dgm:pt>
    <dgm:pt modelId="{E2CBE583-4DEE-41BE-8D62-8EC3023F9E32}" type="sibTrans" cxnId="{265C8E17-6151-49E9-89B6-DDA3D7A8857C}">
      <dgm:prSet/>
      <dgm:spPr/>
      <dgm:t>
        <a:bodyPr/>
        <a:lstStyle/>
        <a:p>
          <a:endParaRPr lang="en-US"/>
        </a:p>
      </dgm:t>
    </dgm:pt>
    <dgm:pt modelId="{0E62A1AB-7588-4AA3-8C4F-8C6A4CEAE566}">
      <dgm:prSet custT="1"/>
      <dgm:spPr/>
      <dgm:t>
        <a:bodyPr/>
        <a:lstStyle/>
        <a:p>
          <a:r>
            <a:rPr lang="en-US" sz="1400" dirty="0">
              <a:latin typeface="Amasis MT Pro Black" panose="02040A04050005020304" pitchFamily="18" charset="0"/>
            </a:rPr>
            <a:t>• Statistical Analysis: Regression &amp; ANOVA</a:t>
          </a:r>
        </a:p>
      </dgm:t>
    </dgm:pt>
    <dgm:pt modelId="{13F75851-923D-454E-ADD2-3FA9DBB2B069}" type="parTrans" cxnId="{E0169E8A-C7D7-4EA4-8737-620574E38ADD}">
      <dgm:prSet/>
      <dgm:spPr/>
      <dgm:t>
        <a:bodyPr/>
        <a:lstStyle/>
        <a:p>
          <a:endParaRPr lang="en-US"/>
        </a:p>
      </dgm:t>
    </dgm:pt>
    <dgm:pt modelId="{4CE9E83F-5D6D-45F4-B9F5-FBA4FEB13077}" type="sibTrans" cxnId="{E0169E8A-C7D7-4EA4-8737-620574E38ADD}">
      <dgm:prSet/>
      <dgm:spPr/>
      <dgm:t>
        <a:bodyPr/>
        <a:lstStyle/>
        <a:p>
          <a:endParaRPr lang="en-US"/>
        </a:p>
      </dgm:t>
    </dgm:pt>
    <dgm:pt modelId="{829B715D-CF8A-4A4D-9FA9-88DEDE4D859B}" type="pres">
      <dgm:prSet presAssocID="{1132C7B9-C0E5-4C5C-ACC6-B3B825F7CB7B}" presName="vert0" presStyleCnt="0">
        <dgm:presLayoutVars>
          <dgm:dir/>
          <dgm:animOne val="branch"/>
          <dgm:animLvl val="lvl"/>
        </dgm:presLayoutVars>
      </dgm:prSet>
      <dgm:spPr/>
    </dgm:pt>
    <dgm:pt modelId="{2CA05F00-2993-45AC-83B0-D38A4D07F2BC}" type="pres">
      <dgm:prSet presAssocID="{9E20B59F-8B30-48EA-A50A-290561B63565}" presName="thickLine" presStyleLbl="alignNode1" presStyleIdx="0" presStyleCnt="8"/>
      <dgm:spPr/>
    </dgm:pt>
    <dgm:pt modelId="{6A2D799F-A455-4EDA-A864-E71DF89E50D1}" type="pres">
      <dgm:prSet presAssocID="{9E20B59F-8B30-48EA-A50A-290561B63565}" presName="horz1" presStyleCnt="0"/>
      <dgm:spPr/>
    </dgm:pt>
    <dgm:pt modelId="{3D1C2BDA-E75E-4512-A92B-51650787856E}" type="pres">
      <dgm:prSet presAssocID="{9E20B59F-8B30-48EA-A50A-290561B63565}" presName="tx1" presStyleLbl="revTx" presStyleIdx="0" presStyleCnt="8"/>
      <dgm:spPr/>
    </dgm:pt>
    <dgm:pt modelId="{063952C4-0AC8-40A0-8C80-DAA45B6CD486}" type="pres">
      <dgm:prSet presAssocID="{9E20B59F-8B30-48EA-A50A-290561B63565}" presName="vert1" presStyleCnt="0"/>
      <dgm:spPr/>
    </dgm:pt>
    <dgm:pt modelId="{EED9EC3C-539D-4696-A522-7AC7EDAE43EA}" type="pres">
      <dgm:prSet presAssocID="{6155697A-0FD5-4371-884D-7EFB0FF5FB9C}" presName="thickLine" presStyleLbl="alignNode1" presStyleIdx="1" presStyleCnt="8"/>
      <dgm:spPr/>
    </dgm:pt>
    <dgm:pt modelId="{C10F13EF-AD8A-4A96-A65B-1426C13E2C32}" type="pres">
      <dgm:prSet presAssocID="{6155697A-0FD5-4371-884D-7EFB0FF5FB9C}" presName="horz1" presStyleCnt="0"/>
      <dgm:spPr/>
    </dgm:pt>
    <dgm:pt modelId="{D60D057F-860F-4912-878C-86A27A4B5AEE}" type="pres">
      <dgm:prSet presAssocID="{6155697A-0FD5-4371-884D-7EFB0FF5FB9C}" presName="tx1" presStyleLbl="revTx" presStyleIdx="1" presStyleCnt="8"/>
      <dgm:spPr/>
    </dgm:pt>
    <dgm:pt modelId="{0E051995-F768-4D3F-8624-9B0802D342F4}" type="pres">
      <dgm:prSet presAssocID="{6155697A-0FD5-4371-884D-7EFB0FF5FB9C}" presName="vert1" presStyleCnt="0"/>
      <dgm:spPr/>
    </dgm:pt>
    <dgm:pt modelId="{90147C62-0B6E-40E5-8510-E7E6EE3B6B32}" type="pres">
      <dgm:prSet presAssocID="{65F87EA7-DE35-463C-B7E0-FC7FD117EBEC}" presName="thickLine" presStyleLbl="alignNode1" presStyleIdx="2" presStyleCnt="8"/>
      <dgm:spPr/>
    </dgm:pt>
    <dgm:pt modelId="{D3A7D3FA-F963-4A66-9E45-E564EE855520}" type="pres">
      <dgm:prSet presAssocID="{65F87EA7-DE35-463C-B7E0-FC7FD117EBEC}" presName="horz1" presStyleCnt="0"/>
      <dgm:spPr/>
    </dgm:pt>
    <dgm:pt modelId="{7DBD22FB-AE11-425D-BB56-4CD8BDF30CC7}" type="pres">
      <dgm:prSet presAssocID="{65F87EA7-DE35-463C-B7E0-FC7FD117EBEC}" presName="tx1" presStyleLbl="revTx" presStyleIdx="2" presStyleCnt="8"/>
      <dgm:spPr/>
    </dgm:pt>
    <dgm:pt modelId="{E18B247A-E421-4B41-9AD3-EACCB436CE2F}" type="pres">
      <dgm:prSet presAssocID="{65F87EA7-DE35-463C-B7E0-FC7FD117EBEC}" presName="vert1" presStyleCnt="0"/>
      <dgm:spPr/>
    </dgm:pt>
    <dgm:pt modelId="{54DD0CF6-469A-439E-9C1F-98F517CD628A}" type="pres">
      <dgm:prSet presAssocID="{2FA05125-343C-44BB-AAE0-C6F86842B142}" presName="thickLine" presStyleLbl="alignNode1" presStyleIdx="3" presStyleCnt="8"/>
      <dgm:spPr/>
    </dgm:pt>
    <dgm:pt modelId="{02AAB152-12A7-4583-9F31-05552D000A1A}" type="pres">
      <dgm:prSet presAssocID="{2FA05125-343C-44BB-AAE0-C6F86842B142}" presName="horz1" presStyleCnt="0"/>
      <dgm:spPr/>
    </dgm:pt>
    <dgm:pt modelId="{9CCA695C-F0DB-46A6-AE71-03A39E0F1B3D}" type="pres">
      <dgm:prSet presAssocID="{2FA05125-343C-44BB-AAE0-C6F86842B142}" presName="tx1" presStyleLbl="revTx" presStyleIdx="3" presStyleCnt="8"/>
      <dgm:spPr/>
    </dgm:pt>
    <dgm:pt modelId="{6455401E-AD7F-4F6A-858A-FCD849F2DAC9}" type="pres">
      <dgm:prSet presAssocID="{2FA05125-343C-44BB-AAE0-C6F86842B142}" presName="vert1" presStyleCnt="0"/>
      <dgm:spPr/>
    </dgm:pt>
    <dgm:pt modelId="{01D04B8F-6A5F-48B4-9C3E-BAA1915E482B}" type="pres">
      <dgm:prSet presAssocID="{DCDCD524-9B0B-4AAE-90D2-7BB6828A52AC}" presName="thickLine" presStyleLbl="alignNode1" presStyleIdx="4" presStyleCnt="8"/>
      <dgm:spPr/>
    </dgm:pt>
    <dgm:pt modelId="{704391D5-B9E0-4D7A-9B64-B9922B4B25D2}" type="pres">
      <dgm:prSet presAssocID="{DCDCD524-9B0B-4AAE-90D2-7BB6828A52AC}" presName="horz1" presStyleCnt="0"/>
      <dgm:spPr/>
    </dgm:pt>
    <dgm:pt modelId="{9AB95DEF-10D9-478E-8787-2CA1E53896A4}" type="pres">
      <dgm:prSet presAssocID="{DCDCD524-9B0B-4AAE-90D2-7BB6828A52AC}" presName="tx1" presStyleLbl="revTx" presStyleIdx="4" presStyleCnt="8"/>
      <dgm:spPr/>
    </dgm:pt>
    <dgm:pt modelId="{B2722D2C-91B4-4509-B045-40C7DDD6B606}" type="pres">
      <dgm:prSet presAssocID="{DCDCD524-9B0B-4AAE-90D2-7BB6828A52AC}" presName="vert1" presStyleCnt="0"/>
      <dgm:spPr/>
    </dgm:pt>
    <dgm:pt modelId="{02864802-6B7B-4F69-9DD2-B87684713E73}" type="pres">
      <dgm:prSet presAssocID="{AE06C4F2-B92B-465B-96B0-7DD66FEFB36F}" presName="thickLine" presStyleLbl="alignNode1" presStyleIdx="5" presStyleCnt="8"/>
      <dgm:spPr/>
    </dgm:pt>
    <dgm:pt modelId="{2108CC8D-4A01-415C-8A19-1B98B730265F}" type="pres">
      <dgm:prSet presAssocID="{AE06C4F2-B92B-465B-96B0-7DD66FEFB36F}" presName="horz1" presStyleCnt="0"/>
      <dgm:spPr/>
    </dgm:pt>
    <dgm:pt modelId="{D1AB4A6F-3C78-456B-8BF2-94481C63B147}" type="pres">
      <dgm:prSet presAssocID="{AE06C4F2-B92B-465B-96B0-7DD66FEFB36F}" presName="tx1" presStyleLbl="revTx" presStyleIdx="5" presStyleCnt="8"/>
      <dgm:spPr/>
    </dgm:pt>
    <dgm:pt modelId="{1436E652-6A75-4928-B691-8DE396C241AF}" type="pres">
      <dgm:prSet presAssocID="{AE06C4F2-B92B-465B-96B0-7DD66FEFB36F}" presName="vert1" presStyleCnt="0"/>
      <dgm:spPr/>
    </dgm:pt>
    <dgm:pt modelId="{D01E436C-0D7F-4244-BA0D-5496C5D3C4BA}" type="pres">
      <dgm:prSet presAssocID="{0D2CD201-0105-4735-B16C-45CC5BB94425}" presName="thickLine" presStyleLbl="alignNode1" presStyleIdx="6" presStyleCnt="8"/>
      <dgm:spPr/>
    </dgm:pt>
    <dgm:pt modelId="{A9D6A66F-E7F6-48FB-BF4A-6AD6DAB1CA63}" type="pres">
      <dgm:prSet presAssocID="{0D2CD201-0105-4735-B16C-45CC5BB94425}" presName="horz1" presStyleCnt="0"/>
      <dgm:spPr/>
    </dgm:pt>
    <dgm:pt modelId="{C6B29B8B-F1E7-44CA-8190-9E8E03DC2BE9}" type="pres">
      <dgm:prSet presAssocID="{0D2CD201-0105-4735-B16C-45CC5BB94425}" presName="tx1" presStyleLbl="revTx" presStyleIdx="6" presStyleCnt="8"/>
      <dgm:spPr/>
    </dgm:pt>
    <dgm:pt modelId="{F272EFBA-F18D-4CA6-A1A1-E3EFC2380167}" type="pres">
      <dgm:prSet presAssocID="{0D2CD201-0105-4735-B16C-45CC5BB94425}" presName="vert1" presStyleCnt="0"/>
      <dgm:spPr/>
    </dgm:pt>
    <dgm:pt modelId="{E315BDB6-1410-4D7B-B0AB-56D743086EBE}" type="pres">
      <dgm:prSet presAssocID="{0E62A1AB-7588-4AA3-8C4F-8C6A4CEAE566}" presName="thickLine" presStyleLbl="alignNode1" presStyleIdx="7" presStyleCnt="8"/>
      <dgm:spPr/>
    </dgm:pt>
    <dgm:pt modelId="{0C721F01-C19D-4F22-910B-53E568B3FEDA}" type="pres">
      <dgm:prSet presAssocID="{0E62A1AB-7588-4AA3-8C4F-8C6A4CEAE566}" presName="horz1" presStyleCnt="0"/>
      <dgm:spPr/>
    </dgm:pt>
    <dgm:pt modelId="{BBB4B977-8C1F-4D59-B8F6-F7798CFABF0E}" type="pres">
      <dgm:prSet presAssocID="{0E62A1AB-7588-4AA3-8C4F-8C6A4CEAE566}" presName="tx1" presStyleLbl="revTx" presStyleIdx="7" presStyleCnt="8"/>
      <dgm:spPr/>
    </dgm:pt>
    <dgm:pt modelId="{28B54FC9-B0BB-4759-9A0C-1E412D2A988C}" type="pres">
      <dgm:prSet presAssocID="{0E62A1AB-7588-4AA3-8C4F-8C6A4CEAE566}" presName="vert1" presStyleCnt="0"/>
      <dgm:spPr/>
    </dgm:pt>
  </dgm:ptLst>
  <dgm:cxnLst>
    <dgm:cxn modelId="{D7E38E01-BA80-49A4-B07B-92B7CDE45E99}" type="presOf" srcId="{AE06C4F2-B92B-465B-96B0-7DD66FEFB36F}" destId="{D1AB4A6F-3C78-456B-8BF2-94481C63B147}" srcOrd="0" destOrd="0" presId="urn:microsoft.com/office/officeart/2008/layout/LinedList"/>
    <dgm:cxn modelId="{265C8E17-6151-49E9-89B6-DDA3D7A8857C}" srcId="{1132C7B9-C0E5-4C5C-ACC6-B3B825F7CB7B}" destId="{0D2CD201-0105-4735-B16C-45CC5BB94425}" srcOrd="6" destOrd="0" parTransId="{50ABD5C3-5EC8-47C2-9276-242734A4676D}" sibTransId="{E2CBE583-4DEE-41BE-8D62-8EC3023F9E32}"/>
    <dgm:cxn modelId="{5FAE7722-064C-4B1C-A31F-E1E43BD957A3}" type="presOf" srcId="{0D2CD201-0105-4735-B16C-45CC5BB94425}" destId="{C6B29B8B-F1E7-44CA-8190-9E8E03DC2BE9}" srcOrd="0" destOrd="0" presId="urn:microsoft.com/office/officeart/2008/layout/LinedList"/>
    <dgm:cxn modelId="{BEDA4B2C-08C1-42E3-A065-FD13A1A16DE1}" srcId="{1132C7B9-C0E5-4C5C-ACC6-B3B825F7CB7B}" destId="{AE06C4F2-B92B-465B-96B0-7DD66FEFB36F}" srcOrd="5" destOrd="0" parTransId="{993A10B9-E359-469E-BB30-1376AAE0D4A7}" sibTransId="{67CA7DA7-B33F-4ED2-B606-2919F0977DC7}"/>
    <dgm:cxn modelId="{5674DB2F-1C5C-46B3-AAE3-3B4185981E98}" type="presOf" srcId="{6155697A-0FD5-4371-884D-7EFB0FF5FB9C}" destId="{D60D057F-860F-4912-878C-86A27A4B5AEE}" srcOrd="0" destOrd="0" presId="urn:microsoft.com/office/officeart/2008/layout/LinedList"/>
    <dgm:cxn modelId="{CB0FA560-A88C-4BCF-89D1-4DED8C976090}" type="presOf" srcId="{2FA05125-343C-44BB-AAE0-C6F86842B142}" destId="{9CCA695C-F0DB-46A6-AE71-03A39E0F1B3D}" srcOrd="0" destOrd="0" presId="urn:microsoft.com/office/officeart/2008/layout/LinedList"/>
    <dgm:cxn modelId="{4EB9F46B-D480-4783-A41A-FEDD4E8C0323}" srcId="{1132C7B9-C0E5-4C5C-ACC6-B3B825F7CB7B}" destId="{2FA05125-343C-44BB-AAE0-C6F86842B142}" srcOrd="3" destOrd="0" parTransId="{C93C3E27-482E-4F47-A5AF-A42C5D1059AB}" sibTransId="{17DF7220-3B8D-4141-8862-E447B6F717FC}"/>
    <dgm:cxn modelId="{80C7B26D-7BDE-4A62-9E79-F20093EE09DF}" srcId="{1132C7B9-C0E5-4C5C-ACC6-B3B825F7CB7B}" destId="{6155697A-0FD5-4371-884D-7EFB0FF5FB9C}" srcOrd="1" destOrd="0" parTransId="{5185EE2D-8FDC-42AA-96B8-F9836EA6A5C7}" sibTransId="{01714B4A-0468-4C95-80A5-6C072E7489BD}"/>
    <dgm:cxn modelId="{FCF71276-B816-47B5-9584-7463D6257CDE}" type="presOf" srcId="{1132C7B9-C0E5-4C5C-ACC6-B3B825F7CB7B}" destId="{829B715D-CF8A-4A4D-9FA9-88DEDE4D859B}" srcOrd="0" destOrd="0" presId="urn:microsoft.com/office/officeart/2008/layout/LinedList"/>
    <dgm:cxn modelId="{0D69D587-84C8-4A73-9F41-F342462CB0F9}" type="presOf" srcId="{DCDCD524-9B0B-4AAE-90D2-7BB6828A52AC}" destId="{9AB95DEF-10D9-478E-8787-2CA1E53896A4}" srcOrd="0" destOrd="0" presId="urn:microsoft.com/office/officeart/2008/layout/LinedList"/>
    <dgm:cxn modelId="{E0169E8A-C7D7-4EA4-8737-620574E38ADD}" srcId="{1132C7B9-C0E5-4C5C-ACC6-B3B825F7CB7B}" destId="{0E62A1AB-7588-4AA3-8C4F-8C6A4CEAE566}" srcOrd="7" destOrd="0" parTransId="{13F75851-923D-454E-ADD2-3FA9DBB2B069}" sibTransId="{4CE9E83F-5D6D-45F4-B9F5-FBA4FEB13077}"/>
    <dgm:cxn modelId="{B396279E-66C3-4D1A-86D9-EB568AB2495E}" srcId="{1132C7B9-C0E5-4C5C-ACC6-B3B825F7CB7B}" destId="{DCDCD524-9B0B-4AAE-90D2-7BB6828A52AC}" srcOrd="4" destOrd="0" parTransId="{96F608F3-9582-4BDD-A3DF-11CDBCEF3BF3}" sibTransId="{C114D603-DEC9-4AFC-8754-88C44DD7C87E}"/>
    <dgm:cxn modelId="{AF925FC1-E11E-4B94-A53A-70F7F3B5CF1B}" srcId="{1132C7B9-C0E5-4C5C-ACC6-B3B825F7CB7B}" destId="{65F87EA7-DE35-463C-B7E0-FC7FD117EBEC}" srcOrd="2" destOrd="0" parTransId="{7DF22AD1-3277-42F9-9D23-8F10051AEBAA}" sibTransId="{423C0209-7E8F-4C3E-9038-27A4D298EC5F}"/>
    <dgm:cxn modelId="{2D5EA8C1-B790-40D3-837D-0FA44E0D81E0}" srcId="{1132C7B9-C0E5-4C5C-ACC6-B3B825F7CB7B}" destId="{9E20B59F-8B30-48EA-A50A-290561B63565}" srcOrd="0" destOrd="0" parTransId="{D4A5A9A2-04C4-4B72-B49A-89C6186720D8}" sibTransId="{69B97EEB-21C0-4A67-BFE8-99CA9A3BAA02}"/>
    <dgm:cxn modelId="{312862CB-9BCC-45E9-82B9-4F0E1A87813D}" type="presOf" srcId="{0E62A1AB-7588-4AA3-8C4F-8C6A4CEAE566}" destId="{BBB4B977-8C1F-4D59-B8F6-F7798CFABF0E}" srcOrd="0" destOrd="0" presId="urn:microsoft.com/office/officeart/2008/layout/LinedList"/>
    <dgm:cxn modelId="{595E30DF-0742-4B51-8928-B280B0001495}" type="presOf" srcId="{65F87EA7-DE35-463C-B7E0-FC7FD117EBEC}" destId="{7DBD22FB-AE11-425D-BB56-4CD8BDF30CC7}" srcOrd="0" destOrd="0" presId="urn:microsoft.com/office/officeart/2008/layout/LinedList"/>
    <dgm:cxn modelId="{6E86C2E9-268C-49F8-9803-8E8F6941A2AB}" type="presOf" srcId="{9E20B59F-8B30-48EA-A50A-290561B63565}" destId="{3D1C2BDA-E75E-4512-A92B-51650787856E}" srcOrd="0" destOrd="0" presId="urn:microsoft.com/office/officeart/2008/layout/LinedList"/>
    <dgm:cxn modelId="{C45A5134-80D7-4542-B06F-E85035F6A55E}" type="presParOf" srcId="{829B715D-CF8A-4A4D-9FA9-88DEDE4D859B}" destId="{2CA05F00-2993-45AC-83B0-D38A4D07F2BC}" srcOrd="0" destOrd="0" presId="urn:microsoft.com/office/officeart/2008/layout/LinedList"/>
    <dgm:cxn modelId="{593054D2-F222-4A90-8998-5497B414CDE8}" type="presParOf" srcId="{829B715D-CF8A-4A4D-9FA9-88DEDE4D859B}" destId="{6A2D799F-A455-4EDA-A864-E71DF89E50D1}" srcOrd="1" destOrd="0" presId="urn:microsoft.com/office/officeart/2008/layout/LinedList"/>
    <dgm:cxn modelId="{B30F200A-ECF9-46E6-B16F-9C9EDE0D5563}" type="presParOf" srcId="{6A2D799F-A455-4EDA-A864-E71DF89E50D1}" destId="{3D1C2BDA-E75E-4512-A92B-51650787856E}" srcOrd="0" destOrd="0" presId="urn:microsoft.com/office/officeart/2008/layout/LinedList"/>
    <dgm:cxn modelId="{FAFE96A9-27B1-4919-A112-C98D4F9A8DBC}" type="presParOf" srcId="{6A2D799F-A455-4EDA-A864-E71DF89E50D1}" destId="{063952C4-0AC8-40A0-8C80-DAA45B6CD486}" srcOrd="1" destOrd="0" presId="urn:microsoft.com/office/officeart/2008/layout/LinedList"/>
    <dgm:cxn modelId="{D5232265-BBD9-4276-9A5E-804ED64AAAEA}" type="presParOf" srcId="{829B715D-CF8A-4A4D-9FA9-88DEDE4D859B}" destId="{EED9EC3C-539D-4696-A522-7AC7EDAE43EA}" srcOrd="2" destOrd="0" presId="urn:microsoft.com/office/officeart/2008/layout/LinedList"/>
    <dgm:cxn modelId="{FE86A564-4E73-463F-84BC-B9796248D4F6}" type="presParOf" srcId="{829B715D-CF8A-4A4D-9FA9-88DEDE4D859B}" destId="{C10F13EF-AD8A-4A96-A65B-1426C13E2C32}" srcOrd="3" destOrd="0" presId="urn:microsoft.com/office/officeart/2008/layout/LinedList"/>
    <dgm:cxn modelId="{579BDE58-2D35-43DC-AE71-D593B2BCE949}" type="presParOf" srcId="{C10F13EF-AD8A-4A96-A65B-1426C13E2C32}" destId="{D60D057F-860F-4912-878C-86A27A4B5AEE}" srcOrd="0" destOrd="0" presId="urn:microsoft.com/office/officeart/2008/layout/LinedList"/>
    <dgm:cxn modelId="{D329958F-5692-4560-B9D7-FA5A03650294}" type="presParOf" srcId="{C10F13EF-AD8A-4A96-A65B-1426C13E2C32}" destId="{0E051995-F768-4D3F-8624-9B0802D342F4}" srcOrd="1" destOrd="0" presId="urn:microsoft.com/office/officeart/2008/layout/LinedList"/>
    <dgm:cxn modelId="{72EF7B6B-0CA4-4C44-A425-651EA363E0AB}" type="presParOf" srcId="{829B715D-CF8A-4A4D-9FA9-88DEDE4D859B}" destId="{90147C62-0B6E-40E5-8510-E7E6EE3B6B32}" srcOrd="4" destOrd="0" presId="urn:microsoft.com/office/officeart/2008/layout/LinedList"/>
    <dgm:cxn modelId="{4344C04D-0B99-4DD5-94B8-6E34ADDE98E0}" type="presParOf" srcId="{829B715D-CF8A-4A4D-9FA9-88DEDE4D859B}" destId="{D3A7D3FA-F963-4A66-9E45-E564EE855520}" srcOrd="5" destOrd="0" presId="urn:microsoft.com/office/officeart/2008/layout/LinedList"/>
    <dgm:cxn modelId="{5AE33E0C-44A5-49F1-B4D3-1D67D6D8A812}" type="presParOf" srcId="{D3A7D3FA-F963-4A66-9E45-E564EE855520}" destId="{7DBD22FB-AE11-425D-BB56-4CD8BDF30CC7}" srcOrd="0" destOrd="0" presId="urn:microsoft.com/office/officeart/2008/layout/LinedList"/>
    <dgm:cxn modelId="{D6041BF4-8EAF-4DE3-A1CE-0D912CE4FD43}" type="presParOf" srcId="{D3A7D3FA-F963-4A66-9E45-E564EE855520}" destId="{E18B247A-E421-4B41-9AD3-EACCB436CE2F}" srcOrd="1" destOrd="0" presId="urn:microsoft.com/office/officeart/2008/layout/LinedList"/>
    <dgm:cxn modelId="{440F80CB-AA26-4C23-B692-73830C89E851}" type="presParOf" srcId="{829B715D-CF8A-4A4D-9FA9-88DEDE4D859B}" destId="{54DD0CF6-469A-439E-9C1F-98F517CD628A}" srcOrd="6" destOrd="0" presId="urn:microsoft.com/office/officeart/2008/layout/LinedList"/>
    <dgm:cxn modelId="{4DE186D7-4181-41DE-B4B6-C070FC0D96B4}" type="presParOf" srcId="{829B715D-CF8A-4A4D-9FA9-88DEDE4D859B}" destId="{02AAB152-12A7-4583-9F31-05552D000A1A}" srcOrd="7" destOrd="0" presId="urn:microsoft.com/office/officeart/2008/layout/LinedList"/>
    <dgm:cxn modelId="{55920E85-3B48-4943-BFD5-FEA1B8A8CA57}" type="presParOf" srcId="{02AAB152-12A7-4583-9F31-05552D000A1A}" destId="{9CCA695C-F0DB-46A6-AE71-03A39E0F1B3D}" srcOrd="0" destOrd="0" presId="urn:microsoft.com/office/officeart/2008/layout/LinedList"/>
    <dgm:cxn modelId="{33F07AE6-53DB-4F80-9551-F0F6C5029C79}" type="presParOf" srcId="{02AAB152-12A7-4583-9F31-05552D000A1A}" destId="{6455401E-AD7F-4F6A-858A-FCD849F2DAC9}" srcOrd="1" destOrd="0" presId="urn:microsoft.com/office/officeart/2008/layout/LinedList"/>
    <dgm:cxn modelId="{DC045BD0-E3B6-4FED-8B5E-2C4A30A81CF4}" type="presParOf" srcId="{829B715D-CF8A-4A4D-9FA9-88DEDE4D859B}" destId="{01D04B8F-6A5F-48B4-9C3E-BAA1915E482B}" srcOrd="8" destOrd="0" presId="urn:microsoft.com/office/officeart/2008/layout/LinedList"/>
    <dgm:cxn modelId="{3DF2EBE9-45D8-4D57-A64B-8AF633F3AA7A}" type="presParOf" srcId="{829B715D-CF8A-4A4D-9FA9-88DEDE4D859B}" destId="{704391D5-B9E0-4D7A-9B64-B9922B4B25D2}" srcOrd="9" destOrd="0" presId="urn:microsoft.com/office/officeart/2008/layout/LinedList"/>
    <dgm:cxn modelId="{C392929A-20A0-42DA-8696-0BF7FD4808A4}" type="presParOf" srcId="{704391D5-B9E0-4D7A-9B64-B9922B4B25D2}" destId="{9AB95DEF-10D9-478E-8787-2CA1E53896A4}" srcOrd="0" destOrd="0" presId="urn:microsoft.com/office/officeart/2008/layout/LinedList"/>
    <dgm:cxn modelId="{21F6E9CD-1C14-4AD0-9456-7AAA29583327}" type="presParOf" srcId="{704391D5-B9E0-4D7A-9B64-B9922B4B25D2}" destId="{B2722D2C-91B4-4509-B045-40C7DDD6B606}" srcOrd="1" destOrd="0" presId="urn:microsoft.com/office/officeart/2008/layout/LinedList"/>
    <dgm:cxn modelId="{08661154-627A-418C-9949-1458291815DC}" type="presParOf" srcId="{829B715D-CF8A-4A4D-9FA9-88DEDE4D859B}" destId="{02864802-6B7B-4F69-9DD2-B87684713E73}" srcOrd="10" destOrd="0" presId="urn:microsoft.com/office/officeart/2008/layout/LinedList"/>
    <dgm:cxn modelId="{641FD715-BB87-4D98-A7D6-257FFD7011F0}" type="presParOf" srcId="{829B715D-CF8A-4A4D-9FA9-88DEDE4D859B}" destId="{2108CC8D-4A01-415C-8A19-1B98B730265F}" srcOrd="11" destOrd="0" presId="urn:microsoft.com/office/officeart/2008/layout/LinedList"/>
    <dgm:cxn modelId="{25684B44-C7CF-494B-B57B-3227C4CE300C}" type="presParOf" srcId="{2108CC8D-4A01-415C-8A19-1B98B730265F}" destId="{D1AB4A6F-3C78-456B-8BF2-94481C63B147}" srcOrd="0" destOrd="0" presId="urn:microsoft.com/office/officeart/2008/layout/LinedList"/>
    <dgm:cxn modelId="{B4D28BD3-6ADD-4110-8A5D-24F23CE012A1}" type="presParOf" srcId="{2108CC8D-4A01-415C-8A19-1B98B730265F}" destId="{1436E652-6A75-4928-B691-8DE396C241AF}" srcOrd="1" destOrd="0" presId="urn:microsoft.com/office/officeart/2008/layout/LinedList"/>
    <dgm:cxn modelId="{AC4BC39A-24C1-45E2-BF25-8CFA02FA5C0E}" type="presParOf" srcId="{829B715D-CF8A-4A4D-9FA9-88DEDE4D859B}" destId="{D01E436C-0D7F-4244-BA0D-5496C5D3C4BA}" srcOrd="12" destOrd="0" presId="urn:microsoft.com/office/officeart/2008/layout/LinedList"/>
    <dgm:cxn modelId="{20DFE034-DB19-4BE0-9248-AB46C771ADDE}" type="presParOf" srcId="{829B715D-CF8A-4A4D-9FA9-88DEDE4D859B}" destId="{A9D6A66F-E7F6-48FB-BF4A-6AD6DAB1CA63}" srcOrd="13" destOrd="0" presId="urn:microsoft.com/office/officeart/2008/layout/LinedList"/>
    <dgm:cxn modelId="{603799F5-322A-4728-BAB1-EADD4EF9298E}" type="presParOf" srcId="{A9D6A66F-E7F6-48FB-BF4A-6AD6DAB1CA63}" destId="{C6B29B8B-F1E7-44CA-8190-9E8E03DC2BE9}" srcOrd="0" destOrd="0" presId="urn:microsoft.com/office/officeart/2008/layout/LinedList"/>
    <dgm:cxn modelId="{F488E24C-3C9C-4451-83EA-B390ADC4AF61}" type="presParOf" srcId="{A9D6A66F-E7F6-48FB-BF4A-6AD6DAB1CA63}" destId="{F272EFBA-F18D-4CA6-A1A1-E3EFC2380167}" srcOrd="1" destOrd="0" presId="urn:microsoft.com/office/officeart/2008/layout/LinedList"/>
    <dgm:cxn modelId="{DD50C40D-8928-4A16-B51C-3E97D1CDB5B7}" type="presParOf" srcId="{829B715D-CF8A-4A4D-9FA9-88DEDE4D859B}" destId="{E315BDB6-1410-4D7B-B0AB-56D743086EBE}" srcOrd="14" destOrd="0" presId="urn:microsoft.com/office/officeart/2008/layout/LinedList"/>
    <dgm:cxn modelId="{340A3632-5AC3-4247-BAA0-F2D0A714EE0A}" type="presParOf" srcId="{829B715D-CF8A-4A4D-9FA9-88DEDE4D859B}" destId="{0C721F01-C19D-4F22-910B-53E568B3FEDA}" srcOrd="15" destOrd="0" presId="urn:microsoft.com/office/officeart/2008/layout/LinedList"/>
    <dgm:cxn modelId="{69692B15-7969-4F4C-B7B4-BB54DD277DD6}" type="presParOf" srcId="{0C721F01-C19D-4F22-910B-53E568B3FEDA}" destId="{BBB4B977-8C1F-4D59-B8F6-F7798CFABF0E}" srcOrd="0" destOrd="0" presId="urn:microsoft.com/office/officeart/2008/layout/LinedList"/>
    <dgm:cxn modelId="{429BEC7E-BEA3-4CBF-A169-0F8AD00483E2}" type="presParOf" srcId="{0C721F01-C19D-4F22-910B-53E568B3FEDA}" destId="{28B54FC9-B0BB-4759-9A0C-1E412D2A988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76A9FD-C399-4AE6-9754-15A26489DB9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0314724-1167-43A6-954F-55975F4CC4B9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Performed:</a:t>
          </a:r>
        </a:p>
      </dgm:t>
    </dgm:pt>
    <dgm:pt modelId="{C1889C49-8B39-4385-BB37-2BE8638E8096}" type="parTrans" cxnId="{BD5C5657-E6E3-4F1B-9F0B-A36C07A4460D}">
      <dgm:prSet/>
      <dgm:spPr/>
      <dgm:t>
        <a:bodyPr/>
        <a:lstStyle/>
        <a:p>
          <a:endParaRPr lang="en-US"/>
        </a:p>
      </dgm:t>
    </dgm:pt>
    <dgm:pt modelId="{83654413-C7B2-403A-8BC2-63AEA3F2A414}" type="sibTrans" cxnId="{BD5C5657-E6E3-4F1B-9F0B-A36C07A4460D}">
      <dgm:prSet/>
      <dgm:spPr/>
      <dgm:t>
        <a:bodyPr/>
        <a:lstStyle/>
        <a:p>
          <a:endParaRPr lang="en-US">
            <a:latin typeface="Amasis MT Pro Black" panose="02040A04050005020304" pitchFamily="18" charset="0"/>
          </a:endParaRPr>
        </a:p>
      </dgm:t>
    </dgm:pt>
    <dgm:pt modelId="{D16D15CE-9071-4009-B2D7-9479F941A551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• Removal of missing/duplicate values</a:t>
          </a:r>
        </a:p>
      </dgm:t>
    </dgm:pt>
    <dgm:pt modelId="{368A86F9-3849-462E-9792-1DA5B4ECE11E}" type="parTrans" cxnId="{9F310739-4FC9-453B-96C1-190922F4DD30}">
      <dgm:prSet/>
      <dgm:spPr/>
      <dgm:t>
        <a:bodyPr/>
        <a:lstStyle/>
        <a:p>
          <a:endParaRPr lang="en-US"/>
        </a:p>
      </dgm:t>
    </dgm:pt>
    <dgm:pt modelId="{33D4B4D0-FFAF-4741-8500-C02176A03FE9}" type="sibTrans" cxnId="{9F310739-4FC9-453B-96C1-190922F4DD30}">
      <dgm:prSet/>
      <dgm:spPr/>
      <dgm:t>
        <a:bodyPr/>
        <a:lstStyle/>
        <a:p>
          <a:endParaRPr lang="en-US">
            <a:latin typeface="Amasis MT Pro Black" panose="02040A04050005020304" pitchFamily="18" charset="0"/>
          </a:endParaRPr>
        </a:p>
      </dgm:t>
    </dgm:pt>
    <dgm:pt modelId="{6ED32815-E4BA-4222-B98B-3D68249CF032}">
      <dgm:prSet/>
      <dgm:spPr/>
      <dgm:t>
        <a:bodyPr/>
        <a:lstStyle/>
        <a:p>
          <a:r>
            <a:rPr lang="en-US" dirty="0">
              <a:latin typeface="Amasis MT Pro Black" panose="02040A04050005020304" pitchFamily="18" charset="0"/>
            </a:rPr>
            <a:t>• Factor conversion of categorical data</a:t>
          </a:r>
        </a:p>
      </dgm:t>
    </dgm:pt>
    <dgm:pt modelId="{568BFC74-2E8A-45D5-8E76-ACC719F7EC14}" type="parTrans" cxnId="{5296AE80-B2BC-4F5F-BD3B-4D7379263222}">
      <dgm:prSet/>
      <dgm:spPr/>
      <dgm:t>
        <a:bodyPr/>
        <a:lstStyle/>
        <a:p>
          <a:endParaRPr lang="en-US"/>
        </a:p>
      </dgm:t>
    </dgm:pt>
    <dgm:pt modelId="{5E9469D5-FFEA-4281-8041-7F14BE9EB034}" type="sibTrans" cxnId="{5296AE80-B2BC-4F5F-BD3B-4D7379263222}">
      <dgm:prSet/>
      <dgm:spPr/>
      <dgm:t>
        <a:bodyPr/>
        <a:lstStyle/>
        <a:p>
          <a:endParaRPr lang="en-US">
            <a:latin typeface="Amasis MT Pro Black" panose="02040A04050005020304" pitchFamily="18" charset="0"/>
          </a:endParaRPr>
        </a:p>
      </dgm:t>
    </dgm:pt>
    <dgm:pt modelId="{AD58A743-168F-4D8B-8B9C-5E874B707702}">
      <dgm:prSet/>
      <dgm:spPr/>
      <dgm:t>
        <a:bodyPr/>
        <a:lstStyle/>
        <a:p>
          <a:r>
            <a:rPr lang="en-US" dirty="0">
              <a:latin typeface="Amasis MT Pro Black" panose="02040A04050005020304" pitchFamily="18" charset="0"/>
            </a:rPr>
            <a:t>• Applied log1p transformation for skewed variables</a:t>
          </a:r>
        </a:p>
      </dgm:t>
    </dgm:pt>
    <dgm:pt modelId="{13FCAF12-C016-4864-BDA2-EBF410B8125D}" type="parTrans" cxnId="{CD84CAD8-1A02-4530-A61E-4477DC930A8F}">
      <dgm:prSet/>
      <dgm:spPr/>
      <dgm:t>
        <a:bodyPr/>
        <a:lstStyle/>
        <a:p>
          <a:endParaRPr lang="en-US"/>
        </a:p>
      </dgm:t>
    </dgm:pt>
    <dgm:pt modelId="{A678B74B-3B29-40A9-91F3-5704E0B4A9B2}" type="sibTrans" cxnId="{CD84CAD8-1A02-4530-A61E-4477DC930A8F}">
      <dgm:prSet/>
      <dgm:spPr/>
      <dgm:t>
        <a:bodyPr/>
        <a:lstStyle/>
        <a:p>
          <a:endParaRPr lang="en-US">
            <a:latin typeface="Amasis MT Pro Black" panose="02040A04050005020304" pitchFamily="18" charset="0"/>
          </a:endParaRPr>
        </a:p>
      </dgm:t>
    </dgm:pt>
    <dgm:pt modelId="{6EE82662-5822-4136-A9E3-0874AA2939AF}">
      <dgm:prSet/>
      <dgm:spPr/>
      <dgm:t>
        <a:bodyPr/>
        <a:lstStyle/>
        <a:p>
          <a:r>
            <a:rPr lang="en-US">
              <a:latin typeface="Amasis MT Pro Black" panose="02040A04050005020304" pitchFamily="18" charset="0"/>
            </a:rPr>
            <a:t>• Normalization for numeric features</a:t>
          </a:r>
        </a:p>
      </dgm:t>
    </dgm:pt>
    <dgm:pt modelId="{DD60114A-E261-48AE-97A5-72B705641CC1}" type="parTrans" cxnId="{6845C22C-4763-4D12-955B-D9A53461FAA2}">
      <dgm:prSet/>
      <dgm:spPr/>
      <dgm:t>
        <a:bodyPr/>
        <a:lstStyle/>
        <a:p>
          <a:endParaRPr lang="en-US"/>
        </a:p>
      </dgm:t>
    </dgm:pt>
    <dgm:pt modelId="{62B20DA7-3D07-408B-9040-B26BFC1A5728}" type="sibTrans" cxnId="{6845C22C-4763-4D12-955B-D9A53461FAA2}">
      <dgm:prSet/>
      <dgm:spPr/>
      <dgm:t>
        <a:bodyPr/>
        <a:lstStyle/>
        <a:p>
          <a:endParaRPr lang="en-US">
            <a:latin typeface="Amasis MT Pro Black" panose="02040A04050005020304" pitchFamily="18" charset="0"/>
          </a:endParaRPr>
        </a:p>
      </dgm:t>
    </dgm:pt>
    <dgm:pt modelId="{0C747288-F7C4-405E-8C58-668F28D34F57}" type="pres">
      <dgm:prSet presAssocID="{D076A9FD-C399-4AE6-9754-15A26489DB9A}" presName="Name0" presStyleCnt="0">
        <dgm:presLayoutVars>
          <dgm:dir/>
          <dgm:resizeHandles val="exact"/>
        </dgm:presLayoutVars>
      </dgm:prSet>
      <dgm:spPr/>
    </dgm:pt>
    <dgm:pt modelId="{A4C0BDBD-3076-49FD-BE96-3E3FF00807CB}" type="pres">
      <dgm:prSet presAssocID="{50314724-1167-43A6-954F-55975F4CC4B9}" presName="node" presStyleLbl="node1" presStyleIdx="0" presStyleCnt="5">
        <dgm:presLayoutVars>
          <dgm:bulletEnabled val="1"/>
        </dgm:presLayoutVars>
      </dgm:prSet>
      <dgm:spPr/>
    </dgm:pt>
    <dgm:pt modelId="{A8B84292-2F7E-4465-AED7-6F63791D49BA}" type="pres">
      <dgm:prSet presAssocID="{83654413-C7B2-403A-8BC2-63AEA3F2A414}" presName="sibTrans" presStyleLbl="sibTrans1D1" presStyleIdx="0" presStyleCnt="4"/>
      <dgm:spPr/>
    </dgm:pt>
    <dgm:pt modelId="{7CD88065-000F-4054-903D-58B63175E55A}" type="pres">
      <dgm:prSet presAssocID="{83654413-C7B2-403A-8BC2-63AEA3F2A414}" presName="connectorText" presStyleLbl="sibTrans1D1" presStyleIdx="0" presStyleCnt="4"/>
      <dgm:spPr/>
    </dgm:pt>
    <dgm:pt modelId="{BB984C26-9C59-4F85-B429-1C33C4EB3294}" type="pres">
      <dgm:prSet presAssocID="{D16D15CE-9071-4009-B2D7-9479F941A551}" presName="node" presStyleLbl="node1" presStyleIdx="1" presStyleCnt="5">
        <dgm:presLayoutVars>
          <dgm:bulletEnabled val="1"/>
        </dgm:presLayoutVars>
      </dgm:prSet>
      <dgm:spPr/>
    </dgm:pt>
    <dgm:pt modelId="{9E096DB1-6BD7-4DE9-B7CB-F801CCF410A4}" type="pres">
      <dgm:prSet presAssocID="{33D4B4D0-FFAF-4741-8500-C02176A03FE9}" presName="sibTrans" presStyleLbl="sibTrans1D1" presStyleIdx="1" presStyleCnt="4"/>
      <dgm:spPr/>
    </dgm:pt>
    <dgm:pt modelId="{9A68AB28-7522-49EF-AD49-37A3A21FC61C}" type="pres">
      <dgm:prSet presAssocID="{33D4B4D0-FFAF-4741-8500-C02176A03FE9}" presName="connectorText" presStyleLbl="sibTrans1D1" presStyleIdx="1" presStyleCnt="4"/>
      <dgm:spPr/>
    </dgm:pt>
    <dgm:pt modelId="{81D864E5-E88A-478F-B242-F3E3FD2FC83B}" type="pres">
      <dgm:prSet presAssocID="{6ED32815-E4BA-4222-B98B-3D68249CF032}" presName="node" presStyleLbl="node1" presStyleIdx="2" presStyleCnt="5">
        <dgm:presLayoutVars>
          <dgm:bulletEnabled val="1"/>
        </dgm:presLayoutVars>
      </dgm:prSet>
      <dgm:spPr/>
    </dgm:pt>
    <dgm:pt modelId="{8465F343-0E04-47E6-A2C0-D46BD222325B}" type="pres">
      <dgm:prSet presAssocID="{5E9469D5-FFEA-4281-8041-7F14BE9EB034}" presName="sibTrans" presStyleLbl="sibTrans1D1" presStyleIdx="2" presStyleCnt="4"/>
      <dgm:spPr/>
    </dgm:pt>
    <dgm:pt modelId="{54F78C17-3BBD-4F51-B7D5-7A92506556DC}" type="pres">
      <dgm:prSet presAssocID="{5E9469D5-FFEA-4281-8041-7F14BE9EB034}" presName="connectorText" presStyleLbl="sibTrans1D1" presStyleIdx="2" presStyleCnt="4"/>
      <dgm:spPr/>
    </dgm:pt>
    <dgm:pt modelId="{CDBB1C0E-00E3-47A1-97F8-7C7E4E88E4A6}" type="pres">
      <dgm:prSet presAssocID="{AD58A743-168F-4D8B-8B9C-5E874B707702}" presName="node" presStyleLbl="node1" presStyleIdx="3" presStyleCnt="5">
        <dgm:presLayoutVars>
          <dgm:bulletEnabled val="1"/>
        </dgm:presLayoutVars>
      </dgm:prSet>
      <dgm:spPr/>
    </dgm:pt>
    <dgm:pt modelId="{9BEE30C8-492C-4ED5-9CFE-761F1DFBFD75}" type="pres">
      <dgm:prSet presAssocID="{A678B74B-3B29-40A9-91F3-5704E0B4A9B2}" presName="sibTrans" presStyleLbl="sibTrans1D1" presStyleIdx="3" presStyleCnt="4"/>
      <dgm:spPr/>
    </dgm:pt>
    <dgm:pt modelId="{8BE90F32-2E64-4823-9768-B61DDB20FCF0}" type="pres">
      <dgm:prSet presAssocID="{A678B74B-3B29-40A9-91F3-5704E0B4A9B2}" presName="connectorText" presStyleLbl="sibTrans1D1" presStyleIdx="3" presStyleCnt="4"/>
      <dgm:spPr/>
    </dgm:pt>
    <dgm:pt modelId="{FBAE51FB-7C27-4689-8576-329CA740E79C}" type="pres">
      <dgm:prSet presAssocID="{6EE82662-5822-4136-A9E3-0874AA2939AF}" presName="node" presStyleLbl="node1" presStyleIdx="4" presStyleCnt="5">
        <dgm:presLayoutVars>
          <dgm:bulletEnabled val="1"/>
        </dgm:presLayoutVars>
      </dgm:prSet>
      <dgm:spPr/>
    </dgm:pt>
  </dgm:ptLst>
  <dgm:cxnLst>
    <dgm:cxn modelId="{4BA1C600-D130-4114-AEE3-85F3EC1E20D6}" type="presOf" srcId="{5E9469D5-FFEA-4281-8041-7F14BE9EB034}" destId="{54F78C17-3BBD-4F51-B7D5-7A92506556DC}" srcOrd="1" destOrd="0" presId="urn:microsoft.com/office/officeart/2016/7/layout/RepeatingBendingProcessNew"/>
    <dgm:cxn modelId="{F1225601-E759-406C-92A6-B5A607F39476}" type="presOf" srcId="{A678B74B-3B29-40A9-91F3-5704E0B4A9B2}" destId="{8BE90F32-2E64-4823-9768-B61DDB20FCF0}" srcOrd="1" destOrd="0" presId="urn:microsoft.com/office/officeart/2016/7/layout/RepeatingBendingProcessNew"/>
    <dgm:cxn modelId="{29371626-6D3A-4256-9022-4B0C2E341620}" type="presOf" srcId="{5E9469D5-FFEA-4281-8041-7F14BE9EB034}" destId="{8465F343-0E04-47E6-A2C0-D46BD222325B}" srcOrd="0" destOrd="0" presId="urn:microsoft.com/office/officeart/2016/7/layout/RepeatingBendingProcessNew"/>
    <dgm:cxn modelId="{6845C22C-4763-4D12-955B-D9A53461FAA2}" srcId="{D076A9FD-C399-4AE6-9754-15A26489DB9A}" destId="{6EE82662-5822-4136-A9E3-0874AA2939AF}" srcOrd="4" destOrd="0" parTransId="{DD60114A-E261-48AE-97A5-72B705641CC1}" sibTransId="{62B20DA7-3D07-408B-9040-B26BFC1A5728}"/>
    <dgm:cxn modelId="{A7B2D837-A3DB-432B-A492-3B99551F908C}" type="presOf" srcId="{33D4B4D0-FFAF-4741-8500-C02176A03FE9}" destId="{9E096DB1-6BD7-4DE9-B7CB-F801CCF410A4}" srcOrd="0" destOrd="0" presId="urn:microsoft.com/office/officeart/2016/7/layout/RepeatingBendingProcessNew"/>
    <dgm:cxn modelId="{9F310739-4FC9-453B-96C1-190922F4DD30}" srcId="{D076A9FD-C399-4AE6-9754-15A26489DB9A}" destId="{D16D15CE-9071-4009-B2D7-9479F941A551}" srcOrd="1" destOrd="0" parTransId="{368A86F9-3849-462E-9792-1DA5B4ECE11E}" sibTransId="{33D4B4D0-FFAF-4741-8500-C02176A03FE9}"/>
    <dgm:cxn modelId="{EB47D862-61E4-4B02-9BD2-475A2FB5820D}" type="presOf" srcId="{83654413-C7B2-403A-8BC2-63AEA3F2A414}" destId="{7CD88065-000F-4054-903D-58B63175E55A}" srcOrd="1" destOrd="0" presId="urn:microsoft.com/office/officeart/2016/7/layout/RepeatingBendingProcessNew"/>
    <dgm:cxn modelId="{A4DD5E69-8B43-452C-851A-865014DE4864}" type="presOf" srcId="{D076A9FD-C399-4AE6-9754-15A26489DB9A}" destId="{0C747288-F7C4-405E-8C58-668F28D34F57}" srcOrd="0" destOrd="0" presId="urn:microsoft.com/office/officeart/2016/7/layout/RepeatingBendingProcessNew"/>
    <dgm:cxn modelId="{BD5C5657-E6E3-4F1B-9F0B-A36C07A4460D}" srcId="{D076A9FD-C399-4AE6-9754-15A26489DB9A}" destId="{50314724-1167-43A6-954F-55975F4CC4B9}" srcOrd="0" destOrd="0" parTransId="{C1889C49-8B39-4385-BB37-2BE8638E8096}" sibTransId="{83654413-C7B2-403A-8BC2-63AEA3F2A414}"/>
    <dgm:cxn modelId="{C6717B78-ACE8-4175-8419-4DCFB36B65AC}" type="presOf" srcId="{6ED32815-E4BA-4222-B98B-3D68249CF032}" destId="{81D864E5-E88A-478F-B242-F3E3FD2FC83B}" srcOrd="0" destOrd="0" presId="urn:microsoft.com/office/officeart/2016/7/layout/RepeatingBendingProcessNew"/>
    <dgm:cxn modelId="{B7942880-F562-43C8-B80F-A91F946651D5}" type="presOf" srcId="{A678B74B-3B29-40A9-91F3-5704E0B4A9B2}" destId="{9BEE30C8-492C-4ED5-9CFE-761F1DFBFD75}" srcOrd="0" destOrd="0" presId="urn:microsoft.com/office/officeart/2016/7/layout/RepeatingBendingProcessNew"/>
    <dgm:cxn modelId="{5296AE80-B2BC-4F5F-BD3B-4D7379263222}" srcId="{D076A9FD-C399-4AE6-9754-15A26489DB9A}" destId="{6ED32815-E4BA-4222-B98B-3D68249CF032}" srcOrd="2" destOrd="0" parTransId="{568BFC74-2E8A-45D5-8E76-ACC719F7EC14}" sibTransId="{5E9469D5-FFEA-4281-8041-7F14BE9EB034}"/>
    <dgm:cxn modelId="{74C259BA-D06C-46D4-B93D-1C5E3387363F}" type="presOf" srcId="{50314724-1167-43A6-954F-55975F4CC4B9}" destId="{A4C0BDBD-3076-49FD-BE96-3E3FF00807CB}" srcOrd="0" destOrd="0" presId="urn:microsoft.com/office/officeart/2016/7/layout/RepeatingBendingProcessNew"/>
    <dgm:cxn modelId="{FFF95BC8-7C0B-42CB-B68D-768B3C9A9D39}" type="presOf" srcId="{33D4B4D0-FFAF-4741-8500-C02176A03FE9}" destId="{9A68AB28-7522-49EF-AD49-37A3A21FC61C}" srcOrd="1" destOrd="0" presId="urn:microsoft.com/office/officeart/2016/7/layout/RepeatingBendingProcessNew"/>
    <dgm:cxn modelId="{D19402D0-F2A8-48AE-8304-75DB6FFA78DE}" type="presOf" srcId="{D16D15CE-9071-4009-B2D7-9479F941A551}" destId="{BB984C26-9C59-4F85-B429-1C33C4EB3294}" srcOrd="0" destOrd="0" presId="urn:microsoft.com/office/officeart/2016/7/layout/RepeatingBendingProcessNew"/>
    <dgm:cxn modelId="{CD84CAD8-1A02-4530-A61E-4477DC930A8F}" srcId="{D076A9FD-C399-4AE6-9754-15A26489DB9A}" destId="{AD58A743-168F-4D8B-8B9C-5E874B707702}" srcOrd="3" destOrd="0" parTransId="{13FCAF12-C016-4864-BDA2-EBF410B8125D}" sibTransId="{A678B74B-3B29-40A9-91F3-5704E0B4A9B2}"/>
    <dgm:cxn modelId="{F07F64D9-4253-45D8-9EC5-67FEECBBCAEC}" type="presOf" srcId="{83654413-C7B2-403A-8BC2-63AEA3F2A414}" destId="{A8B84292-2F7E-4465-AED7-6F63791D49BA}" srcOrd="0" destOrd="0" presId="urn:microsoft.com/office/officeart/2016/7/layout/RepeatingBendingProcessNew"/>
    <dgm:cxn modelId="{195C7AE4-61D1-4E62-833A-BA92E6581BBA}" type="presOf" srcId="{6EE82662-5822-4136-A9E3-0874AA2939AF}" destId="{FBAE51FB-7C27-4689-8576-329CA740E79C}" srcOrd="0" destOrd="0" presId="urn:microsoft.com/office/officeart/2016/7/layout/RepeatingBendingProcessNew"/>
    <dgm:cxn modelId="{D20E74FF-A46D-479F-A120-95AB4A9A0B51}" type="presOf" srcId="{AD58A743-168F-4D8B-8B9C-5E874B707702}" destId="{CDBB1C0E-00E3-47A1-97F8-7C7E4E88E4A6}" srcOrd="0" destOrd="0" presId="urn:microsoft.com/office/officeart/2016/7/layout/RepeatingBendingProcessNew"/>
    <dgm:cxn modelId="{6EF8AD30-758E-4EA8-B2EB-92C8C9957D09}" type="presParOf" srcId="{0C747288-F7C4-405E-8C58-668F28D34F57}" destId="{A4C0BDBD-3076-49FD-BE96-3E3FF00807CB}" srcOrd="0" destOrd="0" presId="urn:microsoft.com/office/officeart/2016/7/layout/RepeatingBendingProcessNew"/>
    <dgm:cxn modelId="{740A3667-0A2E-4C7A-B264-0978CFF2AC27}" type="presParOf" srcId="{0C747288-F7C4-405E-8C58-668F28D34F57}" destId="{A8B84292-2F7E-4465-AED7-6F63791D49BA}" srcOrd="1" destOrd="0" presId="urn:microsoft.com/office/officeart/2016/7/layout/RepeatingBendingProcessNew"/>
    <dgm:cxn modelId="{040D5548-D14F-4A4E-A986-D8FD30E10826}" type="presParOf" srcId="{A8B84292-2F7E-4465-AED7-6F63791D49BA}" destId="{7CD88065-000F-4054-903D-58B63175E55A}" srcOrd="0" destOrd="0" presId="urn:microsoft.com/office/officeart/2016/7/layout/RepeatingBendingProcessNew"/>
    <dgm:cxn modelId="{D148F8C5-B45C-4AEF-AA82-358469D59338}" type="presParOf" srcId="{0C747288-F7C4-405E-8C58-668F28D34F57}" destId="{BB984C26-9C59-4F85-B429-1C33C4EB3294}" srcOrd="2" destOrd="0" presId="urn:microsoft.com/office/officeart/2016/7/layout/RepeatingBendingProcessNew"/>
    <dgm:cxn modelId="{B378A28A-31BD-4061-A290-1F6EE3B48F8B}" type="presParOf" srcId="{0C747288-F7C4-405E-8C58-668F28D34F57}" destId="{9E096DB1-6BD7-4DE9-B7CB-F801CCF410A4}" srcOrd="3" destOrd="0" presId="urn:microsoft.com/office/officeart/2016/7/layout/RepeatingBendingProcessNew"/>
    <dgm:cxn modelId="{12B7B6B8-6562-4D72-8FD4-2D71C10ED9FE}" type="presParOf" srcId="{9E096DB1-6BD7-4DE9-B7CB-F801CCF410A4}" destId="{9A68AB28-7522-49EF-AD49-37A3A21FC61C}" srcOrd="0" destOrd="0" presId="urn:microsoft.com/office/officeart/2016/7/layout/RepeatingBendingProcessNew"/>
    <dgm:cxn modelId="{24B9EC2B-38EE-4420-A4B9-D7BA7AAD2A3A}" type="presParOf" srcId="{0C747288-F7C4-405E-8C58-668F28D34F57}" destId="{81D864E5-E88A-478F-B242-F3E3FD2FC83B}" srcOrd="4" destOrd="0" presId="urn:microsoft.com/office/officeart/2016/7/layout/RepeatingBendingProcessNew"/>
    <dgm:cxn modelId="{1FB702AF-E874-40BD-8414-30312C0599C5}" type="presParOf" srcId="{0C747288-F7C4-405E-8C58-668F28D34F57}" destId="{8465F343-0E04-47E6-A2C0-D46BD222325B}" srcOrd="5" destOrd="0" presId="urn:microsoft.com/office/officeart/2016/7/layout/RepeatingBendingProcessNew"/>
    <dgm:cxn modelId="{9EDA5712-FE27-4BE5-B71F-BABC19F90FE2}" type="presParOf" srcId="{8465F343-0E04-47E6-A2C0-D46BD222325B}" destId="{54F78C17-3BBD-4F51-B7D5-7A92506556DC}" srcOrd="0" destOrd="0" presId="urn:microsoft.com/office/officeart/2016/7/layout/RepeatingBendingProcessNew"/>
    <dgm:cxn modelId="{F5FAAF54-A320-4987-9C8A-E883582F8029}" type="presParOf" srcId="{0C747288-F7C4-405E-8C58-668F28D34F57}" destId="{CDBB1C0E-00E3-47A1-97F8-7C7E4E88E4A6}" srcOrd="6" destOrd="0" presId="urn:microsoft.com/office/officeart/2016/7/layout/RepeatingBendingProcessNew"/>
    <dgm:cxn modelId="{8DCFF603-E28E-48B0-A2D6-2A747DFE7477}" type="presParOf" srcId="{0C747288-F7C4-405E-8C58-668F28D34F57}" destId="{9BEE30C8-492C-4ED5-9CFE-761F1DFBFD75}" srcOrd="7" destOrd="0" presId="urn:microsoft.com/office/officeart/2016/7/layout/RepeatingBendingProcessNew"/>
    <dgm:cxn modelId="{629B91B1-E2A3-4FCF-BC89-A6F3B8C81C21}" type="presParOf" srcId="{9BEE30C8-492C-4ED5-9CFE-761F1DFBFD75}" destId="{8BE90F32-2E64-4823-9768-B61DDB20FCF0}" srcOrd="0" destOrd="0" presId="urn:microsoft.com/office/officeart/2016/7/layout/RepeatingBendingProcessNew"/>
    <dgm:cxn modelId="{01E86653-ED66-4E58-A78E-8C71325E39D4}" type="presParOf" srcId="{0C747288-F7C4-405E-8C58-668F28D34F57}" destId="{FBAE51FB-7C27-4689-8576-329CA740E79C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9F2408-F7DE-4068-AC8A-449910778C24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9FB6FC0E-E651-4A49-98B8-E56663F81DC1}">
      <dgm:prSet/>
      <dgm:spPr/>
      <dgm:t>
        <a:bodyPr/>
        <a:lstStyle/>
        <a:p>
          <a:r>
            <a:rPr lang="en-US"/>
            <a:t>Mean Yield: 74.9 | Median: 1.15 | SD: 851.5</a:t>
          </a:r>
        </a:p>
      </dgm:t>
    </dgm:pt>
    <dgm:pt modelId="{3DFFB7CB-9C0A-4BC9-8AB2-B9D07641D732}" type="parTrans" cxnId="{0F44F43E-7DC9-4D8A-BBA3-11A2B40CB233}">
      <dgm:prSet/>
      <dgm:spPr/>
      <dgm:t>
        <a:bodyPr/>
        <a:lstStyle/>
        <a:p>
          <a:endParaRPr lang="en-US"/>
        </a:p>
      </dgm:t>
    </dgm:pt>
    <dgm:pt modelId="{5EC289A8-7C38-4831-AAAE-1D02626135E2}" type="sibTrans" cxnId="{0F44F43E-7DC9-4D8A-BBA3-11A2B40CB233}">
      <dgm:prSet/>
      <dgm:spPr/>
      <dgm:t>
        <a:bodyPr/>
        <a:lstStyle/>
        <a:p>
          <a:endParaRPr lang="en-US"/>
        </a:p>
      </dgm:t>
    </dgm:pt>
    <dgm:pt modelId="{6C8A89A3-1889-4EE1-BD64-F79C9AC8D1A5}">
      <dgm:prSet/>
      <dgm:spPr/>
      <dgm:t>
        <a:bodyPr/>
        <a:lstStyle/>
        <a:p>
          <a:r>
            <a:rPr lang="en-US"/>
            <a:t>Correlations:</a:t>
          </a:r>
        </a:p>
      </dgm:t>
    </dgm:pt>
    <dgm:pt modelId="{E0D1AB82-4D08-4345-85EC-8BE7379222D8}" type="parTrans" cxnId="{1DD9DC90-6B2C-4887-8AA0-DBFC67C3EF67}">
      <dgm:prSet/>
      <dgm:spPr/>
      <dgm:t>
        <a:bodyPr/>
        <a:lstStyle/>
        <a:p>
          <a:endParaRPr lang="en-US"/>
        </a:p>
      </dgm:t>
    </dgm:pt>
    <dgm:pt modelId="{A551DC8C-2E8E-4AC6-AC64-57C240E3FA46}" type="sibTrans" cxnId="{1DD9DC90-6B2C-4887-8AA0-DBFC67C3EF67}">
      <dgm:prSet/>
      <dgm:spPr/>
      <dgm:t>
        <a:bodyPr/>
        <a:lstStyle/>
        <a:p>
          <a:endParaRPr lang="en-US"/>
        </a:p>
      </dgm:t>
    </dgm:pt>
    <dgm:pt modelId="{D6F2E5D1-C9D6-4E6C-980F-2DF3B372E300}">
      <dgm:prSet/>
      <dgm:spPr/>
      <dgm:t>
        <a:bodyPr/>
        <a:lstStyle/>
        <a:p>
          <a:r>
            <a:rPr lang="en-US" dirty="0"/>
            <a:t>• Rainfall vs Yield = 0.0167</a:t>
          </a:r>
        </a:p>
      </dgm:t>
    </dgm:pt>
    <dgm:pt modelId="{96B506C4-CF4E-46F4-ADDB-051219381CEE}" type="parTrans" cxnId="{636D1548-D8EB-4A6A-9FBC-488265741D9E}">
      <dgm:prSet/>
      <dgm:spPr/>
      <dgm:t>
        <a:bodyPr/>
        <a:lstStyle/>
        <a:p>
          <a:endParaRPr lang="en-US"/>
        </a:p>
      </dgm:t>
    </dgm:pt>
    <dgm:pt modelId="{6746FDE7-AA04-4E2A-99CD-65D809B00E35}" type="sibTrans" cxnId="{636D1548-D8EB-4A6A-9FBC-488265741D9E}">
      <dgm:prSet/>
      <dgm:spPr/>
      <dgm:t>
        <a:bodyPr/>
        <a:lstStyle/>
        <a:p>
          <a:endParaRPr lang="en-US"/>
        </a:p>
      </dgm:t>
    </dgm:pt>
    <dgm:pt modelId="{8641A7D4-12EE-4057-964D-CC32653F7CB3}">
      <dgm:prSet/>
      <dgm:spPr/>
      <dgm:t>
        <a:bodyPr/>
        <a:lstStyle/>
        <a:p>
          <a:r>
            <a:rPr lang="en-US" dirty="0"/>
            <a:t>• Fertilizer vs Yield = 0.0073</a:t>
          </a:r>
        </a:p>
      </dgm:t>
    </dgm:pt>
    <dgm:pt modelId="{4190D12A-6F31-4676-B197-EBB0B81A09FD}" type="parTrans" cxnId="{6648A060-AFAC-47BF-8395-9F1A9278DB28}">
      <dgm:prSet/>
      <dgm:spPr/>
      <dgm:t>
        <a:bodyPr/>
        <a:lstStyle/>
        <a:p>
          <a:endParaRPr lang="en-US"/>
        </a:p>
      </dgm:t>
    </dgm:pt>
    <dgm:pt modelId="{A477DF73-7226-4677-9206-FA7FDDFF3E4B}" type="sibTrans" cxnId="{6648A060-AFAC-47BF-8395-9F1A9278DB28}">
      <dgm:prSet/>
      <dgm:spPr/>
      <dgm:t>
        <a:bodyPr/>
        <a:lstStyle/>
        <a:p>
          <a:endParaRPr lang="en-US"/>
        </a:p>
      </dgm:t>
    </dgm:pt>
    <dgm:pt modelId="{01AF2C93-7B94-4C63-80BB-6CD89A725425}">
      <dgm:prSet/>
      <dgm:spPr/>
      <dgm:t>
        <a:bodyPr/>
        <a:lstStyle/>
        <a:p>
          <a:r>
            <a:rPr lang="en-US"/>
            <a:t>Inference: Weak single-factor correlation — yield is multi-dependent.</a:t>
          </a:r>
        </a:p>
      </dgm:t>
    </dgm:pt>
    <dgm:pt modelId="{1580F9F2-0D4E-43EC-AB25-03221633FA50}" type="parTrans" cxnId="{6279088C-5E93-4E3E-8FD0-37B8C0E23056}">
      <dgm:prSet/>
      <dgm:spPr/>
      <dgm:t>
        <a:bodyPr/>
        <a:lstStyle/>
        <a:p>
          <a:endParaRPr lang="en-US"/>
        </a:p>
      </dgm:t>
    </dgm:pt>
    <dgm:pt modelId="{C638DEEB-3FAE-4AC5-A8A0-768BBB93CD42}" type="sibTrans" cxnId="{6279088C-5E93-4E3E-8FD0-37B8C0E23056}">
      <dgm:prSet/>
      <dgm:spPr/>
      <dgm:t>
        <a:bodyPr/>
        <a:lstStyle/>
        <a:p>
          <a:endParaRPr lang="en-US"/>
        </a:p>
      </dgm:t>
    </dgm:pt>
    <dgm:pt modelId="{3A010511-A264-4567-8759-8F75DB209A94}" type="pres">
      <dgm:prSet presAssocID="{3B9F2408-F7DE-4068-AC8A-449910778C24}" presName="vert0" presStyleCnt="0">
        <dgm:presLayoutVars>
          <dgm:dir/>
          <dgm:animOne val="branch"/>
          <dgm:animLvl val="lvl"/>
        </dgm:presLayoutVars>
      </dgm:prSet>
      <dgm:spPr/>
    </dgm:pt>
    <dgm:pt modelId="{16BE1164-6069-471F-8685-9B815561C056}" type="pres">
      <dgm:prSet presAssocID="{9FB6FC0E-E651-4A49-98B8-E56663F81DC1}" presName="thickLine" presStyleLbl="alignNode1" presStyleIdx="0" presStyleCnt="5"/>
      <dgm:spPr/>
    </dgm:pt>
    <dgm:pt modelId="{8ECB98A7-92BF-4C54-B744-906FB4C237E0}" type="pres">
      <dgm:prSet presAssocID="{9FB6FC0E-E651-4A49-98B8-E56663F81DC1}" presName="horz1" presStyleCnt="0"/>
      <dgm:spPr/>
    </dgm:pt>
    <dgm:pt modelId="{2A120D03-B828-44C4-973D-CF76BE279E5F}" type="pres">
      <dgm:prSet presAssocID="{9FB6FC0E-E651-4A49-98B8-E56663F81DC1}" presName="tx1" presStyleLbl="revTx" presStyleIdx="0" presStyleCnt="5"/>
      <dgm:spPr/>
    </dgm:pt>
    <dgm:pt modelId="{AC03C2E3-45D1-4BF3-A7C9-B124D6923043}" type="pres">
      <dgm:prSet presAssocID="{9FB6FC0E-E651-4A49-98B8-E56663F81DC1}" presName="vert1" presStyleCnt="0"/>
      <dgm:spPr/>
    </dgm:pt>
    <dgm:pt modelId="{93BD6170-E4EC-40E5-8A2B-D969BB0332B7}" type="pres">
      <dgm:prSet presAssocID="{6C8A89A3-1889-4EE1-BD64-F79C9AC8D1A5}" presName="thickLine" presStyleLbl="alignNode1" presStyleIdx="1" presStyleCnt="5"/>
      <dgm:spPr/>
    </dgm:pt>
    <dgm:pt modelId="{6A191B6B-4038-4503-A96A-F8AEA3418051}" type="pres">
      <dgm:prSet presAssocID="{6C8A89A3-1889-4EE1-BD64-F79C9AC8D1A5}" presName="horz1" presStyleCnt="0"/>
      <dgm:spPr/>
    </dgm:pt>
    <dgm:pt modelId="{37EFD369-A327-4042-B36E-CC65B56C2801}" type="pres">
      <dgm:prSet presAssocID="{6C8A89A3-1889-4EE1-BD64-F79C9AC8D1A5}" presName="tx1" presStyleLbl="revTx" presStyleIdx="1" presStyleCnt="5"/>
      <dgm:spPr/>
    </dgm:pt>
    <dgm:pt modelId="{7B5AF0AC-149A-49E0-AAC3-3D19CFEC8D72}" type="pres">
      <dgm:prSet presAssocID="{6C8A89A3-1889-4EE1-BD64-F79C9AC8D1A5}" presName="vert1" presStyleCnt="0"/>
      <dgm:spPr/>
    </dgm:pt>
    <dgm:pt modelId="{270313D1-192D-4149-A7CE-B20B125A9B2E}" type="pres">
      <dgm:prSet presAssocID="{D6F2E5D1-C9D6-4E6C-980F-2DF3B372E300}" presName="thickLine" presStyleLbl="alignNode1" presStyleIdx="2" presStyleCnt="5"/>
      <dgm:spPr/>
    </dgm:pt>
    <dgm:pt modelId="{017EA164-FABE-47D9-8FA5-201AFC1C335D}" type="pres">
      <dgm:prSet presAssocID="{D6F2E5D1-C9D6-4E6C-980F-2DF3B372E300}" presName="horz1" presStyleCnt="0"/>
      <dgm:spPr/>
    </dgm:pt>
    <dgm:pt modelId="{03E560B3-0836-4738-AA79-6BAB524A6AB1}" type="pres">
      <dgm:prSet presAssocID="{D6F2E5D1-C9D6-4E6C-980F-2DF3B372E300}" presName="tx1" presStyleLbl="revTx" presStyleIdx="2" presStyleCnt="5"/>
      <dgm:spPr/>
    </dgm:pt>
    <dgm:pt modelId="{93D4CF3F-4A6D-4662-A518-81AC567C3643}" type="pres">
      <dgm:prSet presAssocID="{D6F2E5D1-C9D6-4E6C-980F-2DF3B372E300}" presName="vert1" presStyleCnt="0"/>
      <dgm:spPr/>
    </dgm:pt>
    <dgm:pt modelId="{11524A5F-51CE-4E46-B209-A11E4FC572E8}" type="pres">
      <dgm:prSet presAssocID="{8641A7D4-12EE-4057-964D-CC32653F7CB3}" presName="thickLine" presStyleLbl="alignNode1" presStyleIdx="3" presStyleCnt="5"/>
      <dgm:spPr/>
    </dgm:pt>
    <dgm:pt modelId="{E22BDC98-7C90-4E03-ACB4-580277C7CC45}" type="pres">
      <dgm:prSet presAssocID="{8641A7D4-12EE-4057-964D-CC32653F7CB3}" presName="horz1" presStyleCnt="0"/>
      <dgm:spPr/>
    </dgm:pt>
    <dgm:pt modelId="{5677937F-821F-4CAE-AC06-A6D6CF0B64F7}" type="pres">
      <dgm:prSet presAssocID="{8641A7D4-12EE-4057-964D-CC32653F7CB3}" presName="tx1" presStyleLbl="revTx" presStyleIdx="3" presStyleCnt="5"/>
      <dgm:spPr/>
    </dgm:pt>
    <dgm:pt modelId="{B29E9BA9-4C0A-4506-A40E-F82DA557DCAD}" type="pres">
      <dgm:prSet presAssocID="{8641A7D4-12EE-4057-964D-CC32653F7CB3}" presName="vert1" presStyleCnt="0"/>
      <dgm:spPr/>
    </dgm:pt>
    <dgm:pt modelId="{445D98FB-C6A0-419D-B354-0B735986282B}" type="pres">
      <dgm:prSet presAssocID="{01AF2C93-7B94-4C63-80BB-6CD89A725425}" presName="thickLine" presStyleLbl="alignNode1" presStyleIdx="4" presStyleCnt="5"/>
      <dgm:spPr/>
    </dgm:pt>
    <dgm:pt modelId="{2C65F6C8-55E8-450E-9DAD-F85BB42DB537}" type="pres">
      <dgm:prSet presAssocID="{01AF2C93-7B94-4C63-80BB-6CD89A725425}" presName="horz1" presStyleCnt="0"/>
      <dgm:spPr/>
    </dgm:pt>
    <dgm:pt modelId="{645E8F4F-035A-49BA-A942-3784680EE004}" type="pres">
      <dgm:prSet presAssocID="{01AF2C93-7B94-4C63-80BB-6CD89A725425}" presName="tx1" presStyleLbl="revTx" presStyleIdx="4" presStyleCnt="5"/>
      <dgm:spPr/>
    </dgm:pt>
    <dgm:pt modelId="{5077F7BD-E578-4B99-9EBF-A6AF171E9D1A}" type="pres">
      <dgm:prSet presAssocID="{01AF2C93-7B94-4C63-80BB-6CD89A725425}" presName="vert1" presStyleCnt="0"/>
      <dgm:spPr/>
    </dgm:pt>
  </dgm:ptLst>
  <dgm:cxnLst>
    <dgm:cxn modelId="{07EEA83D-C0F3-46A6-BEC8-5EECEB62DB7E}" type="presOf" srcId="{8641A7D4-12EE-4057-964D-CC32653F7CB3}" destId="{5677937F-821F-4CAE-AC06-A6D6CF0B64F7}" srcOrd="0" destOrd="0" presId="urn:microsoft.com/office/officeart/2008/layout/LinedList"/>
    <dgm:cxn modelId="{0F44F43E-7DC9-4D8A-BBA3-11A2B40CB233}" srcId="{3B9F2408-F7DE-4068-AC8A-449910778C24}" destId="{9FB6FC0E-E651-4A49-98B8-E56663F81DC1}" srcOrd="0" destOrd="0" parTransId="{3DFFB7CB-9C0A-4BC9-8AB2-B9D07641D732}" sibTransId="{5EC289A8-7C38-4831-AAAE-1D02626135E2}"/>
    <dgm:cxn modelId="{6648A060-AFAC-47BF-8395-9F1A9278DB28}" srcId="{3B9F2408-F7DE-4068-AC8A-449910778C24}" destId="{8641A7D4-12EE-4057-964D-CC32653F7CB3}" srcOrd="3" destOrd="0" parTransId="{4190D12A-6F31-4676-B197-EBB0B81A09FD}" sibTransId="{A477DF73-7226-4677-9206-FA7FDDFF3E4B}"/>
    <dgm:cxn modelId="{636D1548-D8EB-4A6A-9FBC-488265741D9E}" srcId="{3B9F2408-F7DE-4068-AC8A-449910778C24}" destId="{D6F2E5D1-C9D6-4E6C-980F-2DF3B372E300}" srcOrd="2" destOrd="0" parTransId="{96B506C4-CF4E-46F4-ADDB-051219381CEE}" sibTransId="{6746FDE7-AA04-4E2A-99CD-65D809B00E35}"/>
    <dgm:cxn modelId="{6279088C-5E93-4E3E-8FD0-37B8C0E23056}" srcId="{3B9F2408-F7DE-4068-AC8A-449910778C24}" destId="{01AF2C93-7B94-4C63-80BB-6CD89A725425}" srcOrd="4" destOrd="0" parTransId="{1580F9F2-0D4E-43EC-AB25-03221633FA50}" sibTransId="{C638DEEB-3FAE-4AC5-A8A0-768BBB93CD42}"/>
    <dgm:cxn modelId="{1DD9DC90-6B2C-4887-8AA0-DBFC67C3EF67}" srcId="{3B9F2408-F7DE-4068-AC8A-449910778C24}" destId="{6C8A89A3-1889-4EE1-BD64-F79C9AC8D1A5}" srcOrd="1" destOrd="0" parTransId="{E0D1AB82-4D08-4345-85EC-8BE7379222D8}" sibTransId="{A551DC8C-2E8E-4AC6-AC64-57C240E3FA46}"/>
    <dgm:cxn modelId="{8DEB1BA4-65E5-41C4-A459-9F6F2F91CF91}" type="presOf" srcId="{3B9F2408-F7DE-4068-AC8A-449910778C24}" destId="{3A010511-A264-4567-8759-8F75DB209A94}" srcOrd="0" destOrd="0" presId="urn:microsoft.com/office/officeart/2008/layout/LinedList"/>
    <dgm:cxn modelId="{DCDD35AE-897A-4FFD-93C1-8C0D8D87F7A1}" type="presOf" srcId="{6C8A89A3-1889-4EE1-BD64-F79C9AC8D1A5}" destId="{37EFD369-A327-4042-B36E-CC65B56C2801}" srcOrd="0" destOrd="0" presId="urn:microsoft.com/office/officeart/2008/layout/LinedList"/>
    <dgm:cxn modelId="{4F4FFAC6-7184-4A23-A5FA-3C3186E87837}" type="presOf" srcId="{9FB6FC0E-E651-4A49-98B8-E56663F81DC1}" destId="{2A120D03-B828-44C4-973D-CF76BE279E5F}" srcOrd="0" destOrd="0" presId="urn:microsoft.com/office/officeart/2008/layout/LinedList"/>
    <dgm:cxn modelId="{496594DC-55D8-42D0-AB6E-D6CDB9DB906C}" type="presOf" srcId="{01AF2C93-7B94-4C63-80BB-6CD89A725425}" destId="{645E8F4F-035A-49BA-A942-3784680EE004}" srcOrd="0" destOrd="0" presId="urn:microsoft.com/office/officeart/2008/layout/LinedList"/>
    <dgm:cxn modelId="{E46261FD-0E06-4905-A74C-0F6A200C00A7}" type="presOf" srcId="{D6F2E5D1-C9D6-4E6C-980F-2DF3B372E300}" destId="{03E560B3-0836-4738-AA79-6BAB524A6AB1}" srcOrd="0" destOrd="0" presId="urn:microsoft.com/office/officeart/2008/layout/LinedList"/>
    <dgm:cxn modelId="{DB51493F-25F0-4DD7-99FF-F7AA6F0B82B5}" type="presParOf" srcId="{3A010511-A264-4567-8759-8F75DB209A94}" destId="{16BE1164-6069-471F-8685-9B815561C056}" srcOrd="0" destOrd="0" presId="urn:microsoft.com/office/officeart/2008/layout/LinedList"/>
    <dgm:cxn modelId="{01CD2EE3-4700-4DCE-92AA-49932C38E708}" type="presParOf" srcId="{3A010511-A264-4567-8759-8F75DB209A94}" destId="{8ECB98A7-92BF-4C54-B744-906FB4C237E0}" srcOrd="1" destOrd="0" presId="urn:microsoft.com/office/officeart/2008/layout/LinedList"/>
    <dgm:cxn modelId="{34D94BF2-1BC1-46F6-A642-CD3C92DD5126}" type="presParOf" srcId="{8ECB98A7-92BF-4C54-B744-906FB4C237E0}" destId="{2A120D03-B828-44C4-973D-CF76BE279E5F}" srcOrd="0" destOrd="0" presId="urn:microsoft.com/office/officeart/2008/layout/LinedList"/>
    <dgm:cxn modelId="{778936EF-30A0-47E0-8E67-AF068D33A04C}" type="presParOf" srcId="{8ECB98A7-92BF-4C54-B744-906FB4C237E0}" destId="{AC03C2E3-45D1-4BF3-A7C9-B124D6923043}" srcOrd="1" destOrd="0" presId="urn:microsoft.com/office/officeart/2008/layout/LinedList"/>
    <dgm:cxn modelId="{8522CD33-1CBC-4D27-8A89-38F8BEB140CE}" type="presParOf" srcId="{3A010511-A264-4567-8759-8F75DB209A94}" destId="{93BD6170-E4EC-40E5-8A2B-D969BB0332B7}" srcOrd="2" destOrd="0" presId="urn:microsoft.com/office/officeart/2008/layout/LinedList"/>
    <dgm:cxn modelId="{439895E8-0E9E-4810-99C8-F86C5C15F022}" type="presParOf" srcId="{3A010511-A264-4567-8759-8F75DB209A94}" destId="{6A191B6B-4038-4503-A96A-F8AEA3418051}" srcOrd="3" destOrd="0" presId="urn:microsoft.com/office/officeart/2008/layout/LinedList"/>
    <dgm:cxn modelId="{FBE80162-D77C-46EA-8C29-5B1E09776320}" type="presParOf" srcId="{6A191B6B-4038-4503-A96A-F8AEA3418051}" destId="{37EFD369-A327-4042-B36E-CC65B56C2801}" srcOrd="0" destOrd="0" presId="urn:microsoft.com/office/officeart/2008/layout/LinedList"/>
    <dgm:cxn modelId="{96727EFF-4D35-48CE-B8B4-025C3B9A0BE7}" type="presParOf" srcId="{6A191B6B-4038-4503-A96A-F8AEA3418051}" destId="{7B5AF0AC-149A-49E0-AAC3-3D19CFEC8D72}" srcOrd="1" destOrd="0" presId="urn:microsoft.com/office/officeart/2008/layout/LinedList"/>
    <dgm:cxn modelId="{5A922CC8-CAAB-4FBC-A2CF-FA980196FA28}" type="presParOf" srcId="{3A010511-A264-4567-8759-8F75DB209A94}" destId="{270313D1-192D-4149-A7CE-B20B125A9B2E}" srcOrd="4" destOrd="0" presId="urn:microsoft.com/office/officeart/2008/layout/LinedList"/>
    <dgm:cxn modelId="{A06BF7DA-A9B1-4F7B-BABC-B690BBC4EDC2}" type="presParOf" srcId="{3A010511-A264-4567-8759-8F75DB209A94}" destId="{017EA164-FABE-47D9-8FA5-201AFC1C335D}" srcOrd="5" destOrd="0" presId="urn:microsoft.com/office/officeart/2008/layout/LinedList"/>
    <dgm:cxn modelId="{05B2C1DB-DA45-4C6B-922D-AE6752CD5D87}" type="presParOf" srcId="{017EA164-FABE-47D9-8FA5-201AFC1C335D}" destId="{03E560B3-0836-4738-AA79-6BAB524A6AB1}" srcOrd="0" destOrd="0" presId="urn:microsoft.com/office/officeart/2008/layout/LinedList"/>
    <dgm:cxn modelId="{A27850B7-4B09-445F-9A94-C451DC6A268B}" type="presParOf" srcId="{017EA164-FABE-47D9-8FA5-201AFC1C335D}" destId="{93D4CF3F-4A6D-4662-A518-81AC567C3643}" srcOrd="1" destOrd="0" presId="urn:microsoft.com/office/officeart/2008/layout/LinedList"/>
    <dgm:cxn modelId="{0ECEC131-41BA-49E6-8297-B556B53C5CAB}" type="presParOf" srcId="{3A010511-A264-4567-8759-8F75DB209A94}" destId="{11524A5F-51CE-4E46-B209-A11E4FC572E8}" srcOrd="6" destOrd="0" presId="urn:microsoft.com/office/officeart/2008/layout/LinedList"/>
    <dgm:cxn modelId="{BFBC699C-9026-4AB2-9F8C-3700884141E2}" type="presParOf" srcId="{3A010511-A264-4567-8759-8F75DB209A94}" destId="{E22BDC98-7C90-4E03-ACB4-580277C7CC45}" srcOrd="7" destOrd="0" presId="urn:microsoft.com/office/officeart/2008/layout/LinedList"/>
    <dgm:cxn modelId="{A3AE0C0D-456E-4EC3-AE13-BC8CED0E733A}" type="presParOf" srcId="{E22BDC98-7C90-4E03-ACB4-580277C7CC45}" destId="{5677937F-821F-4CAE-AC06-A6D6CF0B64F7}" srcOrd="0" destOrd="0" presId="urn:microsoft.com/office/officeart/2008/layout/LinedList"/>
    <dgm:cxn modelId="{722F6958-4860-4CA6-8863-6FBE74AB0DC4}" type="presParOf" srcId="{E22BDC98-7C90-4E03-ACB4-580277C7CC45}" destId="{B29E9BA9-4C0A-4506-A40E-F82DA557DCAD}" srcOrd="1" destOrd="0" presId="urn:microsoft.com/office/officeart/2008/layout/LinedList"/>
    <dgm:cxn modelId="{CA72FB4D-CD34-4AA1-9197-F73F2C2AA8E0}" type="presParOf" srcId="{3A010511-A264-4567-8759-8F75DB209A94}" destId="{445D98FB-C6A0-419D-B354-0B735986282B}" srcOrd="8" destOrd="0" presId="urn:microsoft.com/office/officeart/2008/layout/LinedList"/>
    <dgm:cxn modelId="{44C0B2AB-3E2D-4638-89C9-2C1569EEBBD2}" type="presParOf" srcId="{3A010511-A264-4567-8759-8F75DB209A94}" destId="{2C65F6C8-55E8-450E-9DAD-F85BB42DB537}" srcOrd="9" destOrd="0" presId="urn:microsoft.com/office/officeart/2008/layout/LinedList"/>
    <dgm:cxn modelId="{B2D35199-309C-44DC-8D46-376A6816F629}" type="presParOf" srcId="{2C65F6C8-55E8-450E-9DAD-F85BB42DB537}" destId="{645E8F4F-035A-49BA-A942-3784680EE004}" srcOrd="0" destOrd="0" presId="urn:microsoft.com/office/officeart/2008/layout/LinedList"/>
    <dgm:cxn modelId="{69F2D994-CB3B-45F7-AF6A-08BE76B758D1}" type="presParOf" srcId="{2C65F6C8-55E8-450E-9DAD-F85BB42DB537}" destId="{5077F7BD-E578-4B99-9EBF-A6AF171E9D1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B0DDAD-4D47-40F0-BD31-9ECEB5616AB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E7A5750-1A49-4037-87E6-8F6221080661}">
      <dgm:prSet/>
      <dgm:spPr/>
      <dgm:t>
        <a:bodyPr/>
        <a:lstStyle/>
        <a:p>
          <a:pPr>
            <a:defRPr cap="all"/>
          </a:pPr>
          <a:r>
            <a:rPr lang="en-US"/>
            <a:t>Data Source: data.gov.in</a:t>
          </a:r>
        </a:p>
      </dgm:t>
    </dgm:pt>
    <dgm:pt modelId="{ABBBA151-A55C-4205-9E97-D03CA9E36C99}" type="parTrans" cxnId="{D5EA4B91-D799-4063-83D3-A7E56A788235}">
      <dgm:prSet/>
      <dgm:spPr/>
      <dgm:t>
        <a:bodyPr/>
        <a:lstStyle/>
        <a:p>
          <a:endParaRPr lang="en-US"/>
        </a:p>
      </dgm:t>
    </dgm:pt>
    <dgm:pt modelId="{4F8B79DA-D386-4B52-B7B9-5A0AD3F9F573}" type="sibTrans" cxnId="{D5EA4B91-D799-4063-83D3-A7E56A788235}">
      <dgm:prSet/>
      <dgm:spPr/>
      <dgm:t>
        <a:bodyPr/>
        <a:lstStyle/>
        <a:p>
          <a:endParaRPr lang="en-US"/>
        </a:p>
      </dgm:t>
    </dgm:pt>
    <dgm:pt modelId="{56126C2D-DF78-45CD-9289-0B2ECAF85E53}">
      <dgm:prSet/>
      <dgm:spPr/>
      <dgm:t>
        <a:bodyPr/>
        <a:lstStyle/>
        <a:p>
          <a:pPr>
            <a:defRPr cap="all"/>
          </a:pPr>
          <a:r>
            <a:rPr lang="en-US"/>
            <a:t>R Packages: ggplot2, caret, class, arules, cluster</a:t>
          </a:r>
        </a:p>
      </dgm:t>
    </dgm:pt>
    <dgm:pt modelId="{E7975A68-04A3-4D23-93D0-AABF6F7F3C26}" type="parTrans" cxnId="{C0DF9F73-AB40-4C09-910E-3B3A4E65D3FD}">
      <dgm:prSet/>
      <dgm:spPr/>
      <dgm:t>
        <a:bodyPr/>
        <a:lstStyle/>
        <a:p>
          <a:endParaRPr lang="en-US"/>
        </a:p>
      </dgm:t>
    </dgm:pt>
    <dgm:pt modelId="{0A6901DE-8330-4141-A5E4-6D76D86279EF}" type="sibTrans" cxnId="{C0DF9F73-AB40-4C09-910E-3B3A4E65D3FD}">
      <dgm:prSet/>
      <dgm:spPr/>
      <dgm:t>
        <a:bodyPr/>
        <a:lstStyle/>
        <a:p>
          <a:endParaRPr lang="en-US"/>
        </a:p>
      </dgm:t>
    </dgm:pt>
    <dgm:pt modelId="{BC4CCF4D-CB48-4E95-88E9-7D73826B7DF1}" type="pres">
      <dgm:prSet presAssocID="{5BB0DDAD-4D47-40F0-BD31-9ECEB5616ABE}" presName="root" presStyleCnt="0">
        <dgm:presLayoutVars>
          <dgm:dir/>
          <dgm:resizeHandles val="exact"/>
        </dgm:presLayoutVars>
      </dgm:prSet>
      <dgm:spPr/>
    </dgm:pt>
    <dgm:pt modelId="{DDB81964-D365-48EC-AC35-ADA94DAB03D5}" type="pres">
      <dgm:prSet presAssocID="{7E7A5750-1A49-4037-87E6-8F6221080661}" presName="compNode" presStyleCnt="0"/>
      <dgm:spPr/>
    </dgm:pt>
    <dgm:pt modelId="{92B80765-5E89-4909-A635-65F052AC4188}" type="pres">
      <dgm:prSet presAssocID="{7E7A5750-1A49-4037-87E6-8F6221080661}" presName="iconBgRect" presStyleLbl="bgShp" presStyleIdx="0" presStyleCnt="2"/>
      <dgm:spPr/>
    </dgm:pt>
    <dgm:pt modelId="{96F949DA-9C7F-4C72-AB4F-F5C2C0D634C2}" type="pres">
      <dgm:prSet presAssocID="{7E7A5750-1A49-4037-87E6-8F622108066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C7E7C68-C8FC-4BD6-90C4-BEE208749D5B}" type="pres">
      <dgm:prSet presAssocID="{7E7A5750-1A49-4037-87E6-8F6221080661}" presName="spaceRect" presStyleCnt="0"/>
      <dgm:spPr/>
    </dgm:pt>
    <dgm:pt modelId="{1CB40350-7D66-4248-85A9-686D89B64F2D}" type="pres">
      <dgm:prSet presAssocID="{7E7A5750-1A49-4037-87E6-8F6221080661}" presName="textRect" presStyleLbl="revTx" presStyleIdx="0" presStyleCnt="2">
        <dgm:presLayoutVars>
          <dgm:chMax val="1"/>
          <dgm:chPref val="1"/>
        </dgm:presLayoutVars>
      </dgm:prSet>
      <dgm:spPr/>
    </dgm:pt>
    <dgm:pt modelId="{9854976A-0C8B-42F8-92B5-59BDA4374592}" type="pres">
      <dgm:prSet presAssocID="{4F8B79DA-D386-4B52-B7B9-5A0AD3F9F573}" presName="sibTrans" presStyleCnt="0"/>
      <dgm:spPr/>
    </dgm:pt>
    <dgm:pt modelId="{5C9A60B9-1173-49EF-ABA6-66998FF2840F}" type="pres">
      <dgm:prSet presAssocID="{56126C2D-DF78-45CD-9289-0B2ECAF85E53}" presName="compNode" presStyleCnt="0"/>
      <dgm:spPr/>
    </dgm:pt>
    <dgm:pt modelId="{03CA94DB-ADC6-4DC2-8641-66E84389AC06}" type="pres">
      <dgm:prSet presAssocID="{56126C2D-DF78-45CD-9289-0B2ECAF85E53}" presName="iconBgRect" presStyleLbl="bgShp" presStyleIdx="1" presStyleCnt="2"/>
      <dgm:spPr/>
    </dgm:pt>
    <dgm:pt modelId="{D25F03EC-25E8-4672-A6E2-16CB45FE8F3C}" type="pres">
      <dgm:prSet presAssocID="{56126C2D-DF78-45CD-9289-0B2ECAF85E5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3C6CC3C-09CF-42CE-8276-21825C4E45B9}" type="pres">
      <dgm:prSet presAssocID="{56126C2D-DF78-45CD-9289-0B2ECAF85E53}" presName="spaceRect" presStyleCnt="0"/>
      <dgm:spPr/>
    </dgm:pt>
    <dgm:pt modelId="{3F98B1CC-D532-417C-A548-6400445F0055}" type="pres">
      <dgm:prSet presAssocID="{56126C2D-DF78-45CD-9289-0B2ECAF85E5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1E6C3629-D5A2-450F-A5C2-2A6444BFA772}" type="presOf" srcId="{7E7A5750-1A49-4037-87E6-8F6221080661}" destId="{1CB40350-7D66-4248-85A9-686D89B64F2D}" srcOrd="0" destOrd="0" presId="urn:microsoft.com/office/officeart/2018/5/layout/IconCircleLabelList"/>
    <dgm:cxn modelId="{C0DF9F73-AB40-4C09-910E-3B3A4E65D3FD}" srcId="{5BB0DDAD-4D47-40F0-BD31-9ECEB5616ABE}" destId="{56126C2D-DF78-45CD-9289-0B2ECAF85E53}" srcOrd="1" destOrd="0" parTransId="{E7975A68-04A3-4D23-93D0-AABF6F7F3C26}" sibTransId="{0A6901DE-8330-4141-A5E4-6D76D86279EF}"/>
    <dgm:cxn modelId="{B5913D77-5E51-4B7C-9E96-EB1A9B124A85}" type="presOf" srcId="{5BB0DDAD-4D47-40F0-BD31-9ECEB5616ABE}" destId="{BC4CCF4D-CB48-4E95-88E9-7D73826B7DF1}" srcOrd="0" destOrd="0" presId="urn:microsoft.com/office/officeart/2018/5/layout/IconCircleLabelList"/>
    <dgm:cxn modelId="{D5EA4B91-D799-4063-83D3-A7E56A788235}" srcId="{5BB0DDAD-4D47-40F0-BD31-9ECEB5616ABE}" destId="{7E7A5750-1A49-4037-87E6-8F6221080661}" srcOrd="0" destOrd="0" parTransId="{ABBBA151-A55C-4205-9E97-D03CA9E36C99}" sibTransId="{4F8B79DA-D386-4B52-B7B9-5A0AD3F9F573}"/>
    <dgm:cxn modelId="{5A582B95-D76F-4A73-B743-2DA41DCABC67}" type="presOf" srcId="{56126C2D-DF78-45CD-9289-0B2ECAF85E53}" destId="{3F98B1CC-D532-417C-A548-6400445F0055}" srcOrd="0" destOrd="0" presId="urn:microsoft.com/office/officeart/2018/5/layout/IconCircleLabelList"/>
    <dgm:cxn modelId="{55D2C2F6-28CB-4F35-87E1-1222E570AA36}" type="presParOf" srcId="{BC4CCF4D-CB48-4E95-88E9-7D73826B7DF1}" destId="{DDB81964-D365-48EC-AC35-ADA94DAB03D5}" srcOrd="0" destOrd="0" presId="urn:microsoft.com/office/officeart/2018/5/layout/IconCircleLabelList"/>
    <dgm:cxn modelId="{CAA14DE9-02A5-4092-A432-D45E01756C87}" type="presParOf" srcId="{DDB81964-D365-48EC-AC35-ADA94DAB03D5}" destId="{92B80765-5E89-4909-A635-65F052AC4188}" srcOrd="0" destOrd="0" presId="urn:microsoft.com/office/officeart/2018/5/layout/IconCircleLabelList"/>
    <dgm:cxn modelId="{B7110C49-88B7-4204-B096-5D9B07F3E2F4}" type="presParOf" srcId="{DDB81964-D365-48EC-AC35-ADA94DAB03D5}" destId="{96F949DA-9C7F-4C72-AB4F-F5C2C0D634C2}" srcOrd="1" destOrd="0" presId="urn:microsoft.com/office/officeart/2018/5/layout/IconCircleLabelList"/>
    <dgm:cxn modelId="{C1837632-8ED6-404D-9CEC-C3187D1C73D6}" type="presParOf" srcId="{DDB81964-D365-48EC-AC35-ADA94DAB03D5}" destId="{8C7E7C68-C8FC-4BD6-90C4-BEE208749D5B}" srcOrd="2" destOrd="0" presId="urn:microsoft.com/office/officeart/2018/5/layout/IconCircleLabelList"/>
    <dgm:cxn modelId="{77D8E64C-078C-4E3D-BAE4-7C18E034ADA0}" type="presParOf" srcId="{DDB81964-D365-48EC-AC35-ADA94DAB03D5}" destId="{1CB40350-7D66-4248-85A9-686D89B64F2D}" srcOrd="3" destOrd="0" presId="urn:microsoft.com/office/officeart/2018/5/layout/IconCircleLabelList"/>
    <dgm:cxn modelId="{7B05EC81-26F8-4D93-811D-5A96B6CA49BE}" type="presParOf" srcId="{BC4CCF4D-CB48-4E95-88E9-7D73826B7DF1}" destId="{9854976A-0C8B-42F8-92B5-59BDA4374592}" srcOrd="1" destOrd="0" presId="urn:microsoft.com/office/officeart/2018/5/layout/IconCircleLabelList"/>
    <dgm:cxn modelId="{3E3E8FC3-D0AC-4AE4-A7ED-BB91FC08FAB8}" type="presParOf" srcId="{BC4CCF4D-CB48-4E95-88E9-7D73826B7DF1}" destId="{5C9A60B9-1173-49EF-ABA6-66998FF2840F}" srcOrd="2" destOrd="0" presId="urn:microsoft.com/office/officeart/2018/5/layout/IconCircleLabelList"/>
    <dgm:cxn modelId="{59DB38EE-876C-4EAA-AFDE-9C80D23E8705}" type="presParOf" srcId="{5C9A60B9-1173-49EF-ABA6-66998FF2840F}" destId="{03CA94DB-ADC6-4DC2-8641-66E84389AC06}" srcOrd="0" destOrd="0" presId="urn:microsoft.com/office/officeart/2018/5/layout/IconCircleLabelList"/>
    <dgm:cxn modelId="{42BCA48F-4BFC-4FCF-9C3B-DAB3951E1951}" type="presParOf" srcId="{5C9A60B9-1173-49EF-ABA6-66998FF2840F}" destId="{D25F03EC-25E8-4672-A6E2-16CB45FE8F3C}" srcOrd="1" destOrd="0" presId="urn:microsoft.com/office/officeart/2018/5/layout/IconCircleLabelList"/>
    <dgm:cxn modelId="{7D6C6498-799D-4C12-A7AC-E7D975729F24}" type="presParOf" srcId="{5C9A60B9-1173-49EF-ABA6-66998FF2840F}" destId="{E3C6CC3C-09CF-42CE-8276-21825C4E45B9}" srcOrd="2" destOrd="0" presId="urn:microsoft.com/office/officeart/2018/5/layout/IconCircleLabelList"/>
    <dgm:cxn modelId="{459D66E2-325E-423D-A701-7F5C44F5B49D}" type="presParOf" srcId="{5C9A60B9-1173-49EF-ABA6-66998FF2840F}" destId="{3F98B1CC-D532-417C-A548-6400445F005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D1600-BE7F-46CE-993A-1B0173100A6D}">
      <dsp:nvSpPr>
        <dsp:cNvPr id="0" name=""/>
        <dsp:cNvSpPr/>
      </dsp:nvSpPr>
      <dsp:spPr>
        <a:xfrm>
          <a:off x="663640" y="1022813"/>
          <a:ext cx="524753" cy="7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284BC24-5D6A-45CD-9EE8-1C299443B122}">
      <dsp:nvSpPr>
        <dsp:cNvPr id="0" name=""/>
        <dsp:cNvSpPr/>
      </dsp:nvSpPr>
      <dsp:spPr>
        <a:xfrm>
          <a:off x="1219878" y="978727"/>
          <a:ext cx="60346" cy="113455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31793"/>
            <a:satOff val="2838"/>
            <a:lumOff val="19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31793"/>
              <a:satOff val="2838"/>
              <a:lumOff val="19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D23B69-BDF7-4653-A2ED-61B5C353C021}">
      <dsp:nvSpPr>
        <dsp:cNvPr id="0" name=""/>
        <dsp:cNvSpPr/>
      </dsp:nvSpPr>
      <dsp:spPr>
        <a:xfrm>
          <a:off x="365685" y="790489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1</a:t>
          </a:r>
        </a:p>
      </dsp:txBody>
      <dsp:txXfrm>
        <a:off x="433742" y="858546"/>
        <a:ext cx="328605" cy="328605"/>
      </dsp:txXfrm>
    </dsp:sp>
    <dsp:sp modelId="{7FE00C33-CAA3-4A94-95F8-210BEB2F9734}">
      <dsp:nvSpPr>
        <dsp:cNvPr id="0" name=""/>
        <dsp:cNvSpPr/>
      </dsp:nvSpPr>
      <dsp:spPr>
        <a:xfrm>
          <a:off x="7698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263586"/>
            <a:satOff val="5677"/>
            <a:lumOff val="39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263586"/>
              <a:satOff val="5677"/>
              <a:lumOff val="39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Amasis MT Pro Black" panose="02040A04050005020304" pitchFamily="18" charset="0"/>
            </a:rPr>
            <a:t>1. Analyze relationships using Regression.</a:t>
          </a:r>
        </a:p>
      </dsp:txBody>
      <dsp:txXfrm>
        <a:off x="7698" y="1656947"/>
        <a:ext cx="1180695" cy="1729461"/>
      </dsp:txXfrm>
    </dsp:sp>
    <dsp:sp modelId="{679CC858-26AD-4341-852E-D0F7BE61E19E}">
      <dsp:nvSpPr>
        <dsp:cNvPr id="0" name=""/>
        <dsp:cNvSpPr/>
      </dsp:nvSpPr>
      <dsp:spPr>
        <a:xfrm>
          <a:off x="1319582" y="1022812"/>
          <a:ext cx="1180695" cy="71"/>
        </a:xfrm>
        <a:prstGeom prst="rect">
          <a:avLst/>
        </a:prstGeom>
        <a:solidFill>
          <a:schemeClr val="accent5">
            <a:tint val="40000"/>
            <a:alpha val="90000"/>
            <a:hueOff val="-1895379"/>
            <a:satOff val="8515"/>
            <a:lumOff val="585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895379"/>
              <a:satOff val="8515"/>
              <a:lumOff val="585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A7A4BD0-C4B1-4326-91B8-A386D844EE24}">
      <dsp:nvSpPr>
        <dsp:cNvPr id="0" name=""/>
        <dsp:cNvSpPr/>
      </dsp:nvSpPr>
      <dsp:spPr>
        <a:xfrm>
          <a:off x="2531762" y="978726"/>
          <a:ext cx="60346" cy="11345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2527172"/>
            <a:satOff val="11354"/>
            <a:lumOff val="78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2527172"/>
              <a:satOff val="11354"/>
              <a:lumOff val="78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1696C4-F416-4B07-B49A-9394774C227E}">
      <dsp:nvSpPr>
        <dsp:cNvPr id="0" name=""/>
        <dsp:cNvSpPr/>
      </dsp:nvSpPr>
      <dsp:spPr>
        <a:xfrm>
          <a:off x="1677569" y="790488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1986775"/>
              <a:satOff val="7962"/>
              <a:lumOff val="172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2</a:t>
          </a:r>
        </a:p>
      </dsp:txBody>
      <dsp:txXfrm>
        <a:off x="1745626" y="858545"/>
        <a:ext cx="328605" cy="328605"/>
      </dsp:txXfrm>
    </dsp:sp>
    <dsp:sp modelId="{772299AE-5CAD-476F-94C9-0DDAE8BD3490}">
      <dsp:nvSpPr>
        <dsp:cNvPr id="0" name=""/>
        <dsp:cNvSpPr/>
      </dsp:nvSpPr>
      <dsp:spPr>
        <a:xfrm>
          <a:off x="1319582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3158965"/>
            <a:satOff val="14192"/>
            <a:lumOff val="97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158965"/>
              <a:satOff val="14192"/>
              <a:lumOff val="9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 Black" panose="02040A04050005020304" pitchFamily="18" charset="0"/>
            </a:rPr>
            <a:t>2. Study yield variation across seasons using ANOVA.</a:t>
          </a:r>
        </a:p>
      </dsp:txBody>
      <dsp:txXfrm>
        <a:off x="1319582" y="1656947"/>
        <a:ext cx="1180695" cy="1729461"/>
      </dsp:txXfrm>
    </dsp:sp>
    <dsp:sp modelId="{DB9E1F94-0C90-4651-B9BC-A14866D8C03C}">
      <dsp:nvSpPr>
        <dsp:cNvPr id="0" name=""/>
        <dsp:cNvSpPr/>
      </dsp:nvSpPr>
      <dsp:spPr>
        <a:xfrm>
          <a:off x="2631466" y="1022812"/>
          <a:ext cx="1180695" cy="71"/>
        </a:xfrm>
        <a:prstGeom prst="rect">
          <a:avLst/>
        </a:prstGeom>
        <a:solidFill>
          <a:schemeClr val="accent5">
            <a:tint val="40000"/>
            <a:alpha val="90000"/>
            <a:hueOff val="-3790758"/>
            <a:satOff val="17030"/>
            <a:lumOff val="117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790758"/>
              <a:satOff val="17030"/>
              <a:lumOff val="117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1728C8-78EA-4875-986E-56A65633855C}">
      <dsp:nvSpPr>
        <dsp:cNvPr id="0" name=""/>
        <dsp:cNvSpPr/>
      </dsp:nvSpPr>
      <dsp:spPr>
        <a:xfrm>
          <a:off x="3843646" y="978726"/>
          <a:ext cx="60346" cy="11345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4422551"/>
            <a:satOff val="19869"/>
            <a:lumOff val="136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4422551"/>
              <a:satOff val="19869"/>
              <a:lumOff val="136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414D89A-6CAD-4555-8579-77E573527229}">
      <dsp:nvSpPr>
        <dsp:cNvPr id="0" name=""/>
        <dsp:cNvSpPr/>
      </dsp:nvSpPr>
      <dsp:spPr>
        <a:xfrm>
          <a:off x="2989453" y="790488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973551"/>
              <a:satOff val="15924"/>
              <a:lumOff val="34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3</a:t>
          </a:r>
        </a:p>
      </dsp:txBody>
      <dsp:txXfrm>
        <a:off x="3057510" y="858545"/>
        <a:ext cx="328605" cy="328605"/>
      </dsp:txXfrm>
    </dsp:sp>
    <dsp:sp modelId="{BBF0A15D-7375-4AEA-9B90-5B34B6830F44}">
      <dsp:nvSpPr>
        <dsp:cNvPr id="0" name=""/>
        <dsp:cNvSpPr/>
      </dsp:nvSpPr>
      <dsp:spPr>
        <a:xfrm>
          <a:off x="2631466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5054344"/>
            <a:satOff val="22707"/>
            <a:lumOff val="156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054344"/>
              <a:satOff val="22707"/>
              <a:lumOff val="156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 Black" panose="02040A04050005020304" pitchFamily="18" charset="0"/>
            </a:rPr>
            <a:t>3. Cluster similar yield patterns using K-Means.</a:t>
          </a:r>
        </a:p>
      </dsp:txBody>
      <dsp:txXfrm>
        <a:off x="2631466" y="1656947"/>
        <a:ext cx="1180695" cy="1729461"/>
      </dsp:txXfrm>
    </dsp:sp>
    <dsp:sp modelId="{74BA8F99-85B7-4155-8052-60AC73979568}">
      <dsp:nvSpPr>
        <dsp:cNvPr id="0" name=""/>
        <dsp:cNvSpPr/>
      </dsp:nvSpPr>
      <dsp:spPr>
        <a:xfrm>
          <a:off x="3943350" y="1022812"/>
          <a:ext cx="1180695" cy="72"/>
        </a:xfrm>
        <a:prstGeom prst="rect">
          <a:avLst/>
        </a:prstGeom>
        <a:solidFill>
          <a:schemeClr val="accent5">
            <a:tint val="40000"/>
            <a:alpha val="90000"/>
            <a:hueOff val="-5686138"/>
            <a:satOff val="25546"/>
            <a:lumOff val="175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5686138"/>
              <a:satOff val="25546"/>
              <a:lumOff val="17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C9869C0-1E0F-433B-9798-F0FA548FA395}">
      <dsp:nvSpPr>
        <dsp:cNvPr id="0" name=""/>
        <dsp:cNvSpPr/>
      </dsp:nvSpPr>
      <dsp:spPr>
        <a:xfrm>
          <a:off x="5155530" y="978726"/>
          <a:ext cx="60346" cy="11345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6317931"/>
            <a:satOff val="28384"/>
            <a:lumOff val="195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317931"/>
              <a:satOff val="28384"/>
              <a:lumOff val="195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255F4B6-32B3-47AB-8EAD-BE03F8467828}">
      <dsp:nvSpPr>
        <dsp:cNvPr id="0" name=""/>
        <dsp:cNvSpPr/>
      </dsp:nvSpPr>
      <dsp:spPr>
        <a:xfrm>
          <a:off x="4301337" y="790488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5960326"/>
              <a:satOff val="23887"/>
              <a:lumOff val="517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4</a:t>
          </a:r>
        </a:p>
      </dsp:txBody>
      <dsp:txXfrm>
        <a:off x="4369394" y="858545"/>
        <a:ext cx="328605" cy="328605"/>
      </dsp:txXfrm>
    </dsp:sp>
    <dsp:sp modelId="{B1A350BC-8974-4EB7-88A6-C61856FBD8C8}">
      <dsp:nvSpPr>
        <dsp:cNvPr id="0" name=""/>
        <dsp:cNvSpPr/>
      </dsp:nvSpPr>
      <dsp:spPr>
        <a:xfrm>
          <a:off x="3943350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6949724"/>
            <a:satOff val="31223"/>
            <a:lumOff val="214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6949724"/>
              <a:satOff val="31223"/>
              <a:lumOff val="214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 Black" panose="02040A04050005020304" pitchFamily="18" charset="0"/>
            </a:rPr>
            <a:t>4. Classify yield categories using KNN.</a:t>
          </a:r>
        </a:p>
      </dsp:txBody>
      <dsp:txXfrm>
        <a:off x="3943350" y="1656947"/>
        <a:ext cx="1180695" cy="1729461"/>
      </dsp:txXfrm>
    </dsp:sp>
    <dsp:sp modelId="{A2D1732C-6FEC-467F-B459-358F7D5ABC62}">
      <dsp:nvSpPr>
        <dsp:cNvPr id="0" name=""/>
        <dsp:cNvSpPr/>
      </dsp:nvSpPr>
      <dsp:spPr>
        <a:xfrm>
          <a:off x="5255233" y="1022812"/>
          <a:ext cx="1180695" cy="72"/>
        </a:xfrm>
        <a:prstGeom prst="rect">
          <a:avLst/>
        </a:prstGeom>
        <a:solidFill>
          <a:schemeClr val="accent5">
            <a:tint val="40000"/>
            <a:alpha val="90000"/>
            <a:hueOff val="-7581517"/>
            <a:satOff val="34061"/>
            <a:lumOff val="234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581517"/>
              <a:satOff val="34061"/>
              <a:lumOff val="2341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00ED219-8202-47A3-8BBC-3483F70FE906}">
      <dsp:nvSpPr>
        <dsp:cNvPr id="0" name=""/>
        <dsp:cNvSpPr/>
      </dsp:nvSpPr>
      <dsp:spPr>
        <a:xfrm>
          <a:off x="6467414" y="978726"/>
          <a:ext cx="60346" cy="113457"/>
        </a:xfrm>
        <a:prstGeom prst="chevron">
          <a:avLst>
            <a:gd name="adj" fmla="val 90000"/>
          </a:avLst>
        </a:prstGeom>
        <a:solidFill>
          <a:schemeClr val="accent5">
            <a:tint val="40000"/>
            <a:alpha val="90000"/>
            <a:hueOff val="-8213309"/>
            <a:satOff val="36899"/>
            <a:lumOff val="253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213309"/>
              <a:satOff val="36899"/>
              <a:lumOff val="253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AA605DC-75C3-4CA2-8134-64D6DEB04217}">
      <dsp:nvSpPr>
        <dsp:cNvPr id="0" name=""/>
        <dsp:cNvSpPr/>
      </dsp:nvSpPr>
      <dsp:spPr>
        <a:xfrm>
          <a:off x="5613221" y="790488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7947101"/>
              <a:satOff val="31849"/>
              <a:lumOff val="690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5</a:t>
          </a:r>
        </a:p>
      </dsp:txBody>
      <dsp:txXfrm>
        <a:off x="5681278" y="858545"/>
        <a:ext cx="328605" cy="328605"/>
      </dsp:txXfrm>
    </dsp:sp>
    <dsp:sp modelId="{EAF898E5-1E58-4617-97AB-14D300901315}">
      <dsp:nvSpPr>
        <dsp:cNvPr id="0" name=""/>
        <dsp:cNvSpPr/>
      </dsp:nvSpPr>
      <dsp:spPr>
        <a:xfrm>
          <a:off x="5255233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8845103"/>
            <a:satOff val="39738"/>
            <a:lumOff val="2732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8845103"/>
              <a:satOff val="39738"/>
              <a:lumOff val="273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 Black" panose="02040A04050005020304" pitchFamily="18" charset="0"/>
            </a:rPr>
            <a:t>5. Find hidden relationships via Apriori rules.</a:t>
          </a:r>
        </a:p>
      </dsp:txBody>
      <dsp:txXfrm>
        <a:off x="5255233" y="1656947"/>
        <a:ext cx="1180695" cy="1729461"/>
      </dsp:txXfrm>
    </dsp:sp>
    <dsp:sp modelId="{9F39271E-863E-45EC-AEFE-01569CF62D7F}">
      <dsp:nvSpPr>
        <dsp:cNvPr id="0" name=""/>
        <dsp:cNvSpPr/>
      </dsp:nvSpPr>
      <dsp:spPr>
        <a:xfrm>
          <a:off x="6567117" y="1022812"/>
          <a:ext cx="590347" cy="72"/>
        </a:xfrm>
        <a:prstGeom prst="rect">
          <a:avLst/>
        </a:prstGeom>
        <a:solidFill>
          <a:schemeClr val="accent5">
            <a:tint val="40000"/>
            <a:alpha val="90000"/>
            <a:hueOff val="-9476895"/>
            <a:satOff val="42576"/>
            <a:lumOff val="292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9476895"/>
              <a:satOff val="42576"/>
              <a:lumOff val="292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0C2C794-BA85-4293-9EFB-5208777A600A}">
      <dsp:nvSpPr>
        <dsp:cNvPr id="0" name=""/>
        <dsp:cNvSpPr/>
      </dsp:nvSpPr>
      <dsp:spPr>
        <a:xfrm>
          <a:off x="6925105" y="790488"/>
          <a:ext cx="464719" cy="464719"/>
        </a:xfrm>
        <a:prstGeom prst="ellipse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034" tIns="18034" rIns="18034" bIns="1803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masis MT Pro Black" panose="02040A04050005020304" pitchFamily="18" charset="0"/>
            </a:rPr>
            <a:t>6</a:t>
          </a:r>
        </a:p>
      </dsp:txBody>
      <dsp:txXfrm>
        <a:off x="6993162" y="858545"/>
        <a:ext cx="328605" cy="328605"/>
      </dsp:txXfrm>
    </dsp:sp>
    <dsp:sp modelId="{F1AD6386-1CAF-4D7D-87FC-5765BB553A25}">
      <dsp:nvSpPr>
        <dsp:cNvPr id="0" name=""/>
        <dsp:cNvSpPr/>
      </dsp:nvSpPr>
      <dsp:spPr>
        <a:xfrm>
          <a:off x="6567117" y="1420808"/>
          <a:ext cx="1180695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3135" tIns="165100" rIns="93135" bIns="1651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Amasis MT Pro Black" panose="02040A04050005020304" pitchFamily="18" charset="0"/>
            </a:rPr>
            <a:t>6. Compare models and identify best fit.</a:t>
          </a:r>
        </a:p>
      </dsp:txBody>
      <dsp:txXfrm>
        <a:off x="6567117" y="1656947"/>
        <a:ext cx="1180695" cy="172946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8B684C-1724-4363-970C-36CC4D6590ED}">
      <dsp:nvSpPr>
        <dsp:cNvPr id="0" name=""/>
        <dsp:cNvSpPr/>
      </dsp:nvSpPr>
      <dsp:spPr>
        <a:xfrm>
          <a:off x="0" y="2283"/>
          <a:ext cx="2866641" cy="7435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FC6111-327C-43ED-A414-9654EE304F17}">
      <dsp:nvSpPr>
        <dsp:cNvPr id="0" name=""/>
        <dsp:cNvSpPr/>
      </dsp:nvSpPr>
      <dsp:spPr>
        <a:xfrm>
          <a:off x="224930" y="169587"/>
          <a:ext cx="409364" cy="4089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D509CC-51E0-40E6-83ED-563320E7E56C}">
      <dsp:nvSpPr>
        <dsp:cNvPr id="0" name=""/>
        <dsp:cNvSpPr/>
      </dsp:nvSpPr>
      <dsp:spPr>
        <a:xfrm>
          <a:off x="859225" y="2283"/>
          <a:ext cx="1779485" cy="790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690" tIns="83690" rIns="83690" bIns="836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masis MT Pro Black" panose="02040A04050005020304" pitchFamily="18" charset="0"/>
            </a:rPr>
            <a:t>Dataset: crop_yield_5_years.csv</a:t>
          </a:r>
        </a:p>
      </dsp:txBody>
      <dsp:txXfrm>
        <a:off x="859225" y="2283"/>
        <a:ext cx="1779485" cy="790771"/>
      </dsp:txXfrm>
    </dsp:sp>
    <dsp:sp modelId="{283E2D01-3C4C-43C3-9FB0-F3EDD404BBF5}">
      <dsp:nvSpPr>
        <dsp:cNvPr id="0" name=""/>
        <dsp:cNvSpPr/>
      </dsp:nvSpPr>
      <dsp:spPr>
        <a:xfrm>
          <a:off x="0" y="984758"/>
          <a:ext cx="2866641" cy="7435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809327-184C-4611-926F-4268FDB4BA6C}">
      <dsp:nvSpPr>
        <dsp:cNvPr id="0" name=""/>
        <dsp:cNvSpPr/>
      </dsp:nvSpPr>
      <dsp:spPr>
        <a:xfrm>
          <a:off x="224930" y="1152061"/>
          <a:ext cx="409364" cy="4089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70B296-8BB1-4D2E-BE9F-8A30A9EF8D21}">
      <dsp:nvSpPr>
        <dsp:cNvPr id="0" name=""/>
        <dsp:cNvSpPr/>
      </dsp:nvSpPr>
      <dsp:spPr>
        <a:xfrm>
          <a:off x="859225" y="984758"/>
          <a:ext cx="1779485" cy="790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690" tIns="83690" rIns="83690" bIns="836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Years: 2016–2020 | Rows: 4285 | Columns: 10</a:t>
          </a:r>
        </a:p>
      </dsp:txBody>
      <dsp:txXfrm>
        <a:off x="859225" y="984758"/>
        <a:ext cx="1779485" cy="790771"/>
      </dsp:txXfrm>
    </dsp:sp>
    <dsp:sp modelId="{A941EB18-C28C-4BBE-A60C-C699E87554EA}">
      <dsp:nvSpPr>
        <dsp:cNvPr id="0" name=""/>
        <dsp:cNvSpPr/>
      </dsp:nvSpPr>
      <dsp:spPr>
        <a:xfrm>
          <a:off x="0" y="1967232"/>
          <a:ext cx="2866641" cy="7435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D7F09-903E-4522-BB34-72C211F822C9}">
      <dsp:nvSpPr>
        <dsp:cNvPr id="0" name=""/>
        <dsp:cNvSpPr/>
      </dsp:nvSpPr>
      <dsp:spPr>
        <a:xfrm>
          <a:off x="224930" y="2134535"/>
          <a:ext cx="409364" cy="4089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88ACA0-E06B-40AB-847E-2CD0FEA67D15}">
      <dsp:nvSpPr>
        <dsp:cNvPr id="0" name=""/>
        <dsp:cNvSpPr/>
      </dsp:nvSpPr>
      <dsp:spPr>
        <a:xfrm>
          <a:off x="859225" y="1967232"/>
          <a:ext cx="1779485" cy="790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690" tIns="83690" rIns="83690" bIns="836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masis MT Pro Black" panose="02040A04050005020304" pitchFamily="18" charset="0"/>
            </a:rPr>
            <a:t>Source: data.gov.in</a:t>
          </a:r>
        </a:p>
      </dsp:txBody>
      <dsp:txXfrm>
        <a:off x="859225" y="1967232"/>
        <a:ext cx="1779485" cy="790771"/>
      </dsp:txXfrm>
    </dsp:sp>
    <dsp:sp modelId="{B706FD0B-7C32-48F1-90C8-41C33C206A13}">
      <dsp:nvSpPr>
        <dsp:cNvPr id="0" name=""/>
        <dsp:cNvSpPr/>
      </dsp:nvSpPr>
      <dsp:spPr>
        <a:xfrm>
          <a:off x="0" y="2949706"/>
          <a:ext cx="2866641" cy="74357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94C0A0-5A0A-42D8-8C01-1DBCC80F02DA}">
      <dsp:nvSpPr>
        <dsp:cNvPr id="0" name=""/>
        <dsp:cNvSpPr/>
      </dsp:nvSpPr>
      <dsp:spPr>
        <a:xfrm>
          <a:off x="224930" y="3117010"/>
          <a:ext cx="409364" cy="4089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2869A-2663-42F6-9444-9445F556BB41}">
      <dsp:nvSpPr>
        <dsp:cNvPr id="0" name=""/>
        <dsp:cNvSpPr/>
      </dsp:nvSpPr>
      <dsp:spPr>
        <a:xfrm>
          <a:off x="859225" y="2949706"/>
          <a:ext cx="1779485" cy="7907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690" tIns="83690" rIns="83690" bIns="8369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masis MT Pro Black" panose="02040A04050005020304" pitchFamily="18" charset="0"/>
            </a:rPr>
            <a:t>Key Attributes: Crop, State, Season, Rainfall, Fertilizer, Pesticide, Yield</a:t>
          </a:r>
        </a:p>
      </dsp:txBody>
      <dsp:txXfrm>
        <a:off x="859225" y="2949706"/>
        <a:ext cx="1779485" cy="7907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05F00-2993-45AC-83B0-D38A4D07F2BC}">
      <dsp:nvSpPr>
        <dsp:cNvPr id="0" name=""/>
        <dsp:cNvSpPr/>
      </dsp:nvSpPr>
      <dsp:spPr>
        <a:xfrm>
          <a:off x="0" y="0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D1C2BDA-E75E-4512-A92B-51650787856E}">
      <dsp:nvSpPr>
        <dsp:cNvPr id="0" name=""/>
        <dsp:cNvSpPr/>
      </dsp:nvSpPr>
      <dsp:spPr>
        <a:xfrm>
          <a:off x="0" y="0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masis MT Pro Black" panose="02040A04050005020304" pitchFamily="18" charset="0"/>
            </a:rPr>
            <a:t>RStudio IDE</a:t>
          </a:r>
        </a:p>
      </dsp:txBody>
      <dsp:txXfrm>
        <a:off x="0" y="0"/>
        <a:ext cx="4000647" cy="471229"/>
      </dsp:txXfrm>
    </dsp:sp>
    <dsp:sp modelId="{EED9EC3C-539D-4696-A522-7AC7EDAE43EA}">
      <dsp:nvSpPr>
        <dsp:cNvPr id="0" name=""/>
        <dsp:cNvSpPr/>
      </dsp:nvSpPr>
      <dsp:spPr>
        <a:xfrm>
          <a:off x="0" y="471229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60D057F-860F-4912-878C-86A27A4B5AEE}">
      <dsp:nvSpPr>
        <dsp:cNvPr id="0" name=""/>
        <dsp:cNvSpPr/>
      </dsp:nvSpPr>
      <dsp:spPr>
        <a:xfrm>
          <a:off x="0" y="471229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Libraries: ggplot2, caret, cluster, </a:t>
          </a:r>
          <a:r>
            <a:rPr lang="en-US" sz="1400" kern="1200" dirty="0" err="1">
              <a:latin typeface="Amasis MT Pro Black" panose="02040A04050005020304" pitchFamily="18" charset="0"/>
            </a:rPr>
            <a:t>arules</a:t>
          </a:r>
          <a:r>
            <a:rPr lang="en-US" sz="1400" kern="1200" dirty="0">
              <a:latin typeface="Amasis MT Pro Black" panose="02040A04050005020304" pitchFamily="18" charset="0"/>
            </a:rPr>
            <a:t>, </a:t>
          </a:r>
          <a:r>
            <a:rPr lang="en-US" sz="1400" kern="1200" dirty="0" err="1">
              <a:latin typeface="Amasis MT Pro Black" panose="02040A04050005020304" pitchFamily="18" charset="0"/>
            </a:rPr>
            <a:t>arulesViz</a:t>
          </a:r>
          <a:r>
            <a:rPr lang="en-US" sz="1400" kern="1200" dirty="0">
              <a:latin typeface="Amasis MT Pro Black" panose="02040A04050005020304" pitchFamily="18" charset="0"/>
            </a:rPr>
            <a:t>, class</a:t>
          </a:r>
        </a:p>
      </dsp:txBody>
      <dsp:txXfrm>
        <a:off x="0" y="471229"/>
        <a:ext cx="4000647" cy="471229"/>
      </dsp:txXfrm>
    </dsp:sp>
    <dsp:sp modelId="{90147C62-0B6E-40E5-8510-E7E6EE3B6B32}">
      <dsp:nvSpPr>
        <dsp:cNvPr id="0" name=""/>
        <dsp:cNvSpPr/>
      </dsp:nvSpPr>
      <dsp:spPr>
        <a:xfrm>
          <a:off x="0" y="942458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BD22FB-AE11-425D-BB56-4CD8BDF30CC7}">
      <dsp:nvSpPr>
        <dsp:cNvPr id="0" name=""/>
        <dsp:cNvSpPr/>
      </dsp:nvSpPr>
      <dsp:spPr>
        <a:xfrm>
          <a:off x="0" y="942458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masis MT Pro Black" panose="02040A04050005020304" pitchFamily="18" charset="0"/>
            </a:rPr>
            <a:t>Purpose:</a:t>
          </a:r>
        </a:p>
      </dsp:txBody>
      <dsp:txXfrm>
        <a:off x="0" y="942458"/>
        <a:ext cx="4000647" cy="471229"/>
      </dsp:txXfrm>
    </dsp:sp>
    <dsp:sp modelId="{54DD0CF6-469A-439E-9C1F-98F517CD628A}">
      <dsp:nvSpPr>
        <dsp:cNvPr id="0" name=""/>
        <dsp:cNvSpPr/>
      </dsp:nvSpPr>
      <dsp:spPr>
        <a:xfrm>
          <a:off x="0" y="1413688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CCA695C-F0DB-46A6-AE71-03A39E0F1B3D}">
      <dsp:nvSpPr>
        <dsp:cNvPr id="0" name=""/>
        <dsp:cNvSpPr/>
      </dsp:nvSpPr>
      <dsp:spPr>
        <a:xfrm>
          <a:off x="0" y="1413688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• Visualization:</a:t>
          </a:r>
        </a:p>
      </dsp:txBody>
      <dsp:txXfrm>
        <a:off x="0" y="1413688"/>
        <a:ext cx="4000647" cy="471229"/>
      </dsp:txXfrm>
    </dsp:sp>
    <dsp:sp modelId="{01D04B8F-6A5F-48B4-9C3E-BAA1915E482B}">
      <dsp:nvSpPr>
        <dsp:cNvPr id="0" name=""/>
        <dsp:cNvSpPr/>
      </dsp:nvSpPr>
      <dsp:spPr>
        <a:xfrm>
          <a:off x="0" y="1884917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B95DEF-10D9-478E-8787-2CA1E53896A4}">
      <dsp:nvSpPr>
        <dsp:cNvPr id="0" name=""/>
        <dsp:cNvSpPr/>
      </dsp:nvSpPr>
      <dsp:spPr>
        <a:xfrm>
          <a:off x="0" y="1884917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• Classification: KNN </a:t>
          </a:r>
        </a:p>
      </dsp:txBody>
      <dsp:txXfrm>
        <a:off x="0" y="1884917"/>
        <a:ext cx="4000647" cy="471229"/>
      </dsp:txXfrm>
    </dsp:sp>
    <dsp:sp modelId="{02864802-6B7B-4F69-9DD2-B87684713E73}">
      <dsp:nvSpPr>
        <dsp:cNvPr id="0" name=""/>
        <dsp:cNvSpPr/>
      </dsp:nvSpPr>
      <dsp:spPr>
        <a:xfrm>
          <a:off x="0" y="2356146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AB4A6F-3C78-456B-8BF2-94481C63B147}">
      <dsp:nvSpPr>
        <dsp:cNvPr id="0" name=""/>
        <dsp:cNvSpPr/>
      </dsp:nvSpPr>
      <dsp:spPr>
        <a:xfrm>
          <a:off x="0" y="2356146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• Clustering: K-Means</a:t>
          </a:r>
        </a:p>
      </dsp:txBody>
      <dsp:txXfrm>
        <a:off x="0" y="2356146"/>
        <a:ext cx="4000647" cy="471229"/>
      </dsp:txXfrm>
    </dsp:sp>
    <dsp:sp modelId="{D01E436C-0D7F-4244-BA0D-5496C5D3C4BA}">
      <dsp:nvSpPr>
        <dsp:cNvPr id="0" name=""/>
        <dsp:cNvSpPr/>
      </dsp:nvSpPr>
      <dsp:spPr>
        <a:xfrm>
          <a:off x="0" y="2827376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B29B8B-F1E7-44CA-8190-9E8E03DC2BE9}">
      <dsp:nvSpPr>
        <dsp:cNvPr id="0" name=""/>
        <dsp:cNvSpPr/>
      </dsp:nvSpPr>
      <dsp:spPr>
        <a:xfrm>
          <a:off x="0" y="2827376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Amasis MT Pro Black" panose="02040A04050005020304" pitchFamily="18" charset="0"/>
          </a:endParaRPr>
        </a:p>
      </dsp:txBody>
      <dsp:txXfrm>
        <a:off x="0" y="2827376"/>
        <a:ext cx="4000647" cy="471229"/>
      </dsp:txXfrm>
    </dsp:sp>
    <dsp:sp modelId="{E315BDB6-1410-4D7B-B0AB-56D743086EBE}">
      <dsp:nvSpPr>
        <dsp:cNvPr id="0" name=""/>
        <dsp:cNvSpPr/>
      </dsp:nvSpPr>
      <dsp:spPr>
        <a:xfrm>
          <a:off x="0" y="3298605"/>
          <a:ext cx="40006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B4B977-8C1F-4D59-B8F6-F7798CFABF0E}">
      <dsp:nvSpPr>
        <dsp:cNvPr id="0" name=""/>
        <dsp:cNvSpPr/>
      </dsp:nvSpPr>
      <dsp:spPr>
        <a:xfrm>
          <a:off x="0" y="3298605"/>
          <a:ext cx="4000647" cy="471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masis MT Pro Black" panose="02040A04050005020304" pitchFamily="18" charset="0"/>
            </a:rPr>
            <a:t>• Statistical Analysis: Regression &amp; ANOVA</a:t>
          </a:r>
        </a:p>
      </dsp:txBody>
      <dsp:txXfrm>
        <a:off x="0" y="3298605"/>
        <a:ext cx="4000647" cy="4712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84292-2F7E-4465-AED7-6F63791D49BA}">
      <dsp:nvSpPr>
        <dsp:cNvPr id="0" name=""/>
        <dsp:cNvSpPr/>
      </dsp:nvSpPr>
      <dsp:spPr>
        <a:xfrm>
          <a:off x="2280144" y="1186054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Amasis MT Pro Black" panose="02040A04050005020304" pitchFamily="18" charset="0"/>
          </a:endParaRPr>
        </a:p>
      </dsp:txBody>
      <dsp:txXfrm>
        <a:off x="2513486" y="1229156"/>
        <a:ext cx="26172" cy="5234"/>
      </dsp:txXfrm>
    </dsp:sp>
    <dsp:sp modelId="{A4C0BDBD-3076-49FD-BE96-3E3FF00807CB}">
      <dsp:nvSpPr>
        <dsp:cNvPr id="0" name=""/>
        <dsp:cNvSpPr/>
      </dsp:nvSpPr>
      <dsp:spPr>
        <a:xfrm>
          <a:off x="6045" y="549004"/>
          <a:ext cx="2275898" cy="136553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masis MT Pro Black" panose="02040A04050005020304" pitchFamily="18" charset="0"/>
            </a:rPr>
            <a:t>Performed:</a:t>
          </a:r>
        </a:p>
      </dsp:txBody>
      <dsp:txXfrm>
        <a:off x="6045" y="549004"/>
        <a:ext cx="2275898" cy="1365538"/>
      </dsp:txXfrm>
    </dsp:sp>
    <dsp:sp modelId="{9E096DB1-6BD7-4DE9-B7CB-F801CCF410A4}">
      <dsp:nvSpPr>
        <dsp:cNvPr id="0" name=""/>
        <dsp:cNvSpPr/>
      </dsp:nvSpPr>
      <dsp:spPr>
        <a:xfrm>
          <a:off x="5079499" y="1186054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Amasis MT Pro Black" panose="02040A04050005020304" pitchFamily="18" charset="0"/>
          </a:endParaRPr>
        </a:p>
      </dsp:txBody>
      <dsp:txXfrm>
        <a:off x="5312841" y="1229156"/>
        <a:ext cx="26172" cy="5234"/>
      </dsp:txXfrm>
    </dsp:sp>
    <dsp:sp modelId="{BB984C26-9C59-4F85-B429-1C33C4EB3294}">
      <dsp:nvSpPr>
        <dsp:cNvPr id="0" name=""/>
        <dsp:cNvSpPr/>
      </dsp:nvSpPr>
      <dsp:spPr>
        <a:xfrm>
          <a:off x="2805400" y="549004"/>
          <a:ext cx="2275898" cy="13655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masis MT Pro Black" panose="02040A04050005020304" pitchFamily="18" charset="0"/>
            </a:rPr>
            <a:t>• Removal of missing/duplicate values</a:t>
          </a:r>
        </a:p>
      </dsp:txBody>
      <dsp:txXfrm>
        <a:off x="2805400" y="549004"/>
        <a:ext cx="2275898" cy="1365538"/>
      </dsp:txXfrm>
    </dsp:sp>
    <dsp:sp modelId="{8465F343-0E04-47E6-A2C0-D46BD222325B}">
      <dsp:nvSpPr>
        <dsp:cNvPr id="0" name=""/>
        <dsp:cNvSpPr/>
      </dsp:nvSpPr>
      <dsp:spPr>
        <a:xfrm>
          <a:off x="1143995" y="1912743"/>
          <a:ext cx="5598709" cy="492856"/>
        </a:xfrm>
        <a:custGeom>
          <a:avLst/>
          <a:gdLst/>
          <a:ahLst/>
          <a:cxnLst/>
          <a:rect l="0" t="0" r="0" b="0"/>
          <a:pathLst>
            <a:path>
              <a:moveTo>
                <a:pt x="5598709" y="0"/>
              </a:moveTo>
              <a:lnTo>
                <a:pt x="5598709" y="263528"/>
              </a:lnTo>
              <a:lnTo>
                <a:pt x="0" y="263528"/>
              </a:lnTo>
              <a:lnTo>
                <a:pt x="0" y="492856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Amasis MT Pro Black" panose="02040A04050005020304" pitchFamily="18" charset="0"/>
          </a:endParaRPr>
        </a:p>
      </dsp:txBody>
      <dsp:txXfrm>
        <a:off x="3802771" y="2156554"/>
        <a:ext cx="281156" cy="5234"/>
      </dsp:txXfrm>
    </dsp:sp>
    <dsp:sp modelId="{81D864E5-E88A-478F-B242-F3E3FD2FC83B}">
      <dsp:nvSpPr>
        <dsp:cNvPr id="0" name=""/>
        <dsp:cNvSpPr/>
      </dsp:nvSpPr>
      <dsp:spPr>
        <a:xfrm>
          <a:off x="5604755" y="549004"/>
          <a:ext cx="2275898" cy="136553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masis MT Pro Black" panose="02040A04050005020304" pitchFamily="18" charset="0"/>
            </a:rPr>
            <a:t>• Factor conversion of categorical data</a:t>
          </a:r>
        </a:p>
      </dsp:txBody>
      <dsp:txXfrm>
        <a:off x="5604755" y="549004"/>
        <a:ext cx="2275898" cy="1365538"/>
      </dsp:txXfrm>
    </dsp:sp>
    <dsp:sp modelId="{9BEE30C8-492C-4ED5-9CFE-761F1DFBFD75}">
      <dsp:nvSpPr>
        <dsp:cNvPr id="0" name=""/>
        <dsp:cNvSpPr/>
      </dsp:nvSpPr>
      <dsp:spPr>
        <a:xfrm>
          <a:off x="2280144" y="3075049"/>
          <a:ext cx="49285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2856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latin typeface="Amasis MT Pro Black" panose="02040A04050005020304" pitchFamily="18" charset="0"/>
          </a:endParaRPr>
        </a:p>
      </dsp:txBody>
      <dsp:txXfrm>
        <a:off x="2513486" y="3118152"/>
        <a:ext cx="26172" cy="5234"/>
      </dsp:txXfrm>
    </dsp:sp>
    <dsp:sp modelId="{CDBB1C0E-00E3-47A1-97F8-7C7E4E88E4A6}">
      <dsp:nvSpPr>
        <dsp:cNvPr id="0" name=""/>
        <dsp:cNvSpPr/>
      </dsp:nvSpPr>
      <dsp:spPr>
        <a:xfrm>
          <a:off x="6045" y="2438000"/>
          <a:ext cx="2275898" cy="13655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masis MT Pro Black" panose="02040A04050005020304" pitchFamily="18" charset="0"/>
            </a:rPr>
            <a:t>• Applied log1p transformation for skewed variables</a:t>
          </a:r>
        </a:p>
      </dsp:txBody>
      <dsp:txXfrm>
        <a:off x="6045" y="2438000"/>
        <a:ext cx="2275898" cy="1365538"/>
      </dsp:txXfrm>
    </dsp:sp>
    <dsp:sp modelId="{FBAE51FB-7C27-4689-8576-329CA740E79C}">
      <dsp:nvSpPr>
        <dsp:cNvPr id="0" name=""/>
        <dsp:cNvSpPr/>
      </dsp:nvSpPr>
      <dsp:spPr>
        <a:xfrm>
          <a:off x="2805400" y="2438000"/>
          <a:ext cx="2275898" cy="136553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521" tIns="117061" rIns="111521" bIns="11706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masis MT Pro Black" panose="02040A04050005020304" pitchFamily="18" charset="0"/>
            </a:rPr>
            <a:t>• Normalization for numeric features</a:t>
          </a:r>
        </a:p>
      </dsp:txBody>
      <dsp:txXfrm>
        <a:off x="2805400" y="2438000"/>
        <a:ext cx="2275898" cy="13655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BE1164-6069-471F-8685-9B815561C056}">
      <dsp:nvSpPr>
        <dsp:cNvPr id="0" name=""/>
        <dsp:cNvSpPr/>
      </dsp:nvSpPr>
      <dsp:spPr>
        <a:xfrm>
          <a:off x="0" y="200"/>
          <a:ext cx="450197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120D03-B828-44C4-973D-CF76BE279E5F}">
      <dsp:nvSpPr>
        <dsp:cNvPr id="0" name=""/>
        <dsp:cNvSpPr/>
      </dsp:nvSpPr>
      <dsp:spPr>
        <a:xfrm>
          <a:off x="0" y="200"/>
          <a:ext cx="4501977" cy="329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Mean Yield: 74.9 | Median: 1.15 | SD: 851.5</a:t>
          </a:r>
        </a:p>
      </dsp:txBody>
      <dsp:txXfrm>
        <a:off x="0" y="200"/>
        <a:ext cx="4501977" cy="329103"/>
      </dsp:txXfrm>
    </dsp:sp>
    <dsp:sp modelId="{93BD6170-E4EC-40E5-8A2B-D969BB0332B7}">
      <dsp:nvSpPr>
        <dsp:cNvPr id="0" name=""/>
        <dsp:cNvSpPr/>
      </dsp:nvSpPr>
      <dsp:spPr>
        <a:xfrm>
          <a:off x="0" y="329304"/>
          <a:ext cx="450197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EFD369-A327-4042-B36E-CC65B56C2801}">
      <dsp:nvSpPr>
        <dsp:cNvPr id="0" name=""/>
        <dsp:cNvSpPr/>
      </dsp:nvSpPr>
      <dsp:spPr>
        <a:xfrm>
          <a:off x="0" y="329304"/>
          <a:ext cx="4501977" cy="329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Correlations:</a:t>
          </a:r>
        </a:p>
      </dsp:txBody>
      <dsp:txXfrm>
        <a:off x="0" y="329304"/>
        <a:ext cx="4501977" cy="329103"/>
      </dsp:txXfrm>
    </dsp:sp>
    <dsp:sp modelId="{270313D1-192D-4149-A7CE-B20B125A9B2E}">
      <dsp:nvSpPr>
        <dsp:cNvPr id="0" name=""/>
        <dsp:cNvSpPr/>
      </dsp:nvSpPr>
      <dsp:spPr>
        <a:xfrm>
          <a:off x="0" y="658408"/>
          <a:ext cx="450197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3E560B3-0836-4738-AA79-6BAB524A6AB1}">
      <dsp:nvSpPr>
        <dsp:cNvPr id="0" name=""/>
        <dsp:cNvSpPr/>
      </dsp:nvSpPr>
      <dsp:spPr>
        <a:xfrm>
          <a:off x="0" y="658408"/>
          <a:ext cx="4501977" cy="329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Rainfall vs Yield = 0.0167</a:t>
          </a:r>
        </a:p>
      </dsp:txBody>
      <dsp:txXfrm>
        <a:off x="0" y="658408"/>
        <a:ext cx="4501977" cy="329103"/>
      </dsp:txXfrm>
    </dsp:sp>
    <dsp:sp modelId="{11524A5F-51CE-4E46-B209-A11E4FC572E8}">
      <dsp:nvSpPr>
        <dsp:cNvPr id="0" name=""/>
        <dsp:cNvSpPr/>
      </dsp:nvSpPr>
      <dsp:spPr>
        <a:xfrm>
          <a:off x="0" y="987511"/>
          <a:ext cx="450197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677937F-821F-4CAE-AC06-A6D6CF0B64F7}">
      <dsp:nvSpPr>
        <dsp:cNvPr id="0" name=""/>
        <dsp:cNvSpPr/>
      </dsp:nvSpPr>
      <dsp:spPr>
        <a:xfrm>
          <a:off x="0" y="987511"/>
          <a:ext cx="4501977" cy="329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Fertilizer vs Yield = 0.0073</a:t>
          </a:r>
        </a:p>
      </dsp:txBody>
      <dsp:txXfrm>
        <a:off x="0" y="987511"/>
        <a:ext cx="4501977" cy="329103"/>
      </dsp:txXfrm>
    </dsp:sp>
    <dsp:sp modelId="{445D98FB-C6A0-419D-B354-0B735986282B}">
      <dsp:nvSpPr>
        <dsp:cNvPr id="0" name=""/>
        <dsp:cNvSpPr/>
      </dsp:nvSpPr>
      <dsp:spPr>
        <a:xfrm>
          <a:off x="0" y="1316615"/>
          <a:ext cx="4501977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45E8F4F-035A-49BA-A942-3784680EE004}">
      <dsp:nvSpPr>
        <dsp:cNvPr id="0" name=""/>
        <dsp:cNvSpPr/>
      </dsp:nvSpPr>
      <dsp:spPr>
        <a:xfrm>
          <a:off x="0" y="1316615"/>
          <a:ext cx="4501977" cy="3291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Inference: Weak single-factor correlation — yield is multi-dependent.</a:t>
          </a:r>
        </a:p>
      </dsp:txBody>
      <dsp:txXfrm>
        <a:off x="0" y="1316615"/>
        <a:ext cx="4501977" cy="3291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B80765-5E89-4909-A635-65F052AC4188}">
      <dsp:nvSpPr>
        <dsp:cNvPr id="0" name=""/>
        <dsp:cNvSpPr/>
      </dsp:nvSpPr>
      <dsp:spPr>
        <a:xfrm>
          <a:off x="730349" y="375668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F949DA-9C7F-4C72-AB4F-F5C2C0D634C2}">
      <dsp:nvSpPr>
        <dsp:cNvPr id="0" name=""/>
        <dsp:cNvSpPr/>
      </dsp:nvSpPr>
      <dsp:spPr>
        <a:xfrm>
          <a:off x="1198349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40350-7D66-4248-85A9-686D89B64F2D}">
      <dsp:nvSpPr>
        <dsp:cNvPr id="0" name=""/>
        <dsp:cNvSpPr/>
      </dsp:nvSpPr>
      <dsp:spPr>
        <a:xfrm>
          <a:off x="28349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Data Source: data.gov.in</a:t>
          </a:r>
        </a:p>
      </dsp:txBody>
      <dsp:txXfrm>
        <a:off x="28349" y="3255669"/>
        <a:ext cx="3600000" cy="720000"/>
      </dsp:txXfrm>
    </dsp:sp>
    <dsp:sp modelId="{03CA94DB-ADC6-4DC2-8641-66E84389AC06}">
      <dsp:nvSpPr>
        <dsp:cNvPr id="0" name=""/>
        <dsp:cNvSpPr/>
      </dsp:nvSpPr>
      <dsp:spPr>
        <a:xfrm>
          <a:off x="4960350" y="375668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F03EC-25E8-4672-A6E2-16CB45FE8F3C}">
      <dsp:nvSpPr>
        <dsp:cNvPr id="0" name=""/>
        <dsp:cNvSpPr/>
      </dsp:nvSpPr>
      <dsp:spPr>
        <a:xfrm>
          <a:off x="542835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98B1CC-D532-417C-A548-6400445F0055}">
      <dsp:nvSpPr>
        <dsp:cNvPr id="0" name=""/>
        <dsp:cNvSpPr/>
      </dsp:nvSpPr>
      <dsp:spPr>
        <a:xfrm>
          <a:off x="425835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R Packages: ggplot2, caret, class, arules, cluster</a:t>
          </a:r>
        </a:p>
      </dsp:txBody>
      <dsp:txXfrm>
        <a:off x="4258350" y="3255669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masis MT Pro Black" panose="02040A040500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masis MT Pro Black" panose="02040A040500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masis MT Pro Black" panose="02040A040500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masis MT Pro Black" panose="02040A040500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masis MT Pro Black" panose="02040A040500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masis MT Pro Black" panose="02040A040500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masis MT Pro Black" panose="02040A040500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masis MT Pro Black" panose="02040A040500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masis MT Pro Black" panose="02040A040500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unset-field-of-grain-5980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www.picpedia.org/highway-signs/o/objectives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hyperlink" Target="https://pxhere.com/id/photo/954140" TargetMode="External"/><Relationship Id="rId7" Type="http://schemas.openxmlformats.org/officeDocument/2006/relationships/diagramColors" Target="../diagrams/colors3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 descr="A field of wheat with the sun setting&#10;&#10;AI-generated content may be incorrect.">
            <a:extLst>
              <a:ext uri="{FF2B5EF4-FFF2-40B4-BE49-F238E27FC236}">
                <a16:creationId xmlns:a16="http://schemas.microsoft.com/office/drawing/2014/main" id="{9D278001-30B2-3C95-D3CD-A101D97DB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468" r="21944" b="-1"/>
          <a:stretch>
            <a:fillRect/>
          </a:stretch>
        </p:blipFill>
        <p:spPr>
          <a:xfrm>
            <a:off x="1891769" y="0"/>
            <a:ext cx="725223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1792224"/>
            <a:ext cx="7948422" cy="1004042"/>
          </a:xfrm>
        </p:spPr>
        <p:txBody>
          <a:bodyPr>
            <a:normAutofit fontScale="90000"/>
          </a:bodyPr>
          <a:lstStyle/>
          <a:p>
            <a:br>
              <a:rPr lang="en-IN" sz="3500" dirty="0">
                <a:latin typeface="Amasis MT Pro Black" panose="02040A04050005020304" pitchFamily="18" charset="0"/>
              </a:rPr>
            </a:br>
            <a:br>
              <a:rPr lang="en-IN" sz="3500" dirty="0">
                <a:latin typeface="Amasis MT Pro Black" panose="02040A04050005020304" pitchFamily="18" charset="0"/>
              </a:rPr>
            </a:br>
            <a:r>
              <a:rPr lang="en-IN" sz="3500" dirty="0">
                <a:latin typeface="Amasis MT Pro Black" panose="02040A04050005020304" pitchFamily="18" charset="0"/>
              </a:rPr>
              <a:t>Crop Yield Analysis in India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0946" y="2865037"/>
            <a:ext cx="7948422" cy="182441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u="sng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indent="0" algn="ctr">
              <a:buNone/>
            </a:pPr>
            <a:r>
              <a:rPr lang="en-US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 analytical project examining </a:t>
            </a:r>
            <a:r>
              <a:rPr lang="en-US" sz="2000" u="sng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rainfall, fertilizer, and </a:t>
            </a:r>
            <a:r>
              <a:rPr lang="en-US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pesticide usage affect crop yield </a:t>
            </a:r>
            <a:r>
              <a:rPr lang="en-US" sz="2000" u="sng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across</a:t>
            </a:r>
            <a:r>
              <a:rPr lang="en-US" sz="2000" u="sng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sz="2000" u="sng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Indian states and seasons.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59C716-224F-FB19-DC8D-613C40308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5611" y="1090334"/>
            <a:ext cx="3445550" cy="1261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93538D-46FA-92BD-BCCB-927B33FB3CB0}"/>
              </a:ext>
            </a:extLst>
          </p:cNvPr>
          <p:cNvSpPr txBox="1"/>
          <p:nvPr/>
        </p:nvSpPr>
        <p:spPr>
          <a:xfrm>
            <a:off x="2286" y="5691140"/>
            <a:ext cx="5370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 Black" panose="02040A04050005020304" pitchFamily="18" charset="0"/>
              </a:rPr>
              <a:t>Presented by: Aditya Singh &amp; Sonali kumari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ts in a field">
            <a:extLst>
              <a:ext uri="{FF2B5EF4-FFF2-40B4-BE49-F238E27FC236}">
                <a16:creationId xmlns:a16="http://schemas.microsoft.com/office/drawing/2014/main" id="{D43B0705-4F12-24C2-6355-D5CFE5FE11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3803" r="719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  <a:latin typeface="Amasis MT Pro Black" panose="02040A040500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Agriculture plays a vital role in India’s economy.</a:t>
            </a:r>
          </a:p>
          <a:p>
            <a:r>
              <a:rPr lang="en-US">
                <a:solidFill>
                  <a:srgbClr val="FFFFFF"/>
                </a:solidFill>
              </a:rPr>
              <a:t>This study investigates how climatic and agricultural inputs influence yield using data science methods in R.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sign&#10;&#10;AI-generated content may be incorrect.">
            <a:extLst>
              <a:ext uri="{FF2B5EF4-FFF2-40B4-BE49-F238E27FC236}">
                <a16:creationId xmlns:a16="http://schemas.microsoft.com/office/drawing/2014/main" id="{D4C29783-EE74-3619-2896-DED6BF1E9C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045" r="1289"/>
          <a:stretch>
            <a:fillRect/>
          </a:stretch>
        </p:blipFill>
        <p:spPr>
          <a:xfrm>
            <a:off x="20" y="10"/>
            <a:ext cx="914397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IN" sz="470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681544"/>
            <a:ext cx="7269480" cy="18288"/>
          </a:xfrm>
          <a:custGeom>
            <a:avLst/>
            <a:gdLst>
              <a:gd name="connsiteX0" fmla="*/ 0 w 7269480"/>
              <a:gd name="connsiteY0" fmla="*/ 0 h 18288"/>
              <a:gd name="connsiteX1" fmla="*/ 733557 w 7269480"/>
              <a:gd name="connsiteY1" fmla="*/ 0 h 18288"/>
              <a:gd name="connsiteX2" fmla="*/ 1249029 w 7269480"/>
              <a:gd name="connsiteY2" fmla="*/ 0 h 18288"/>
              <a:gd name="connsiteX3" fmla="*/ 1764501 w 7269480"/>
              <a:gd name="connsiteY3" fmla="*/ 0 h 18288"/>
              <a:gd name="connsiteX4" fmla="*/ 2207278 w 7269480"/>
              <a:gd name="connsiteY4" fmla="*/ 0 h 18288"/>
              <a:gd name="connsiteX5" fmla="*/ 3013530 w 7269480"/>
              <a:gd name="connsiteY5" fmla="*/ 0 h 18288"/>
              <a:gd name="connsiteX6" fmla="*/ 3819781 w 7269480"/>
              <a:gd name="connsiteY6" fmla="*/ 0 h 18288"/>
              <a:gd name="connsiteX7" fmla="*/ 4626033 w 7269480"/>
              <a:gd name="connsiteY7" fmla="*/ 0 h 18288"/>
              <a:gd name="connsiteX8" fmla="*/ 5068810 w 7269480"/>
              <a:gd name="connsiteY8" fmla="*/ 0 h 18288"/>
              <a:gd name="connsiteX9" fmla="*/ 5656977 w 7269480"/>
              <a:gd name="connsiteY9" fmla="*/ 0 h 18288"/>
              <a:gd name="connsiteX10" fmla="*/ 6099755 w 7269480"/>
              <a:gd name="connsiteY10" fmla="*/ 0 h 18288"/>
              <a:gd name="connsiteX11" fmla="*/ 7269480 w 7269480"/>
              <a:gd name="connsiteY11" fmla="*/ 0 h 18288"/>
              <a:gd name="connsiteX12" fmla="*/ 7269480 w 7269480"/>
              <a:gd name="connsiteY12" fmla="*/ 18288 h 18288"/>
              <a:gd name="connsiteX13" fmla="*/ 6463229 w 7269480"/>
              <a:gd name="connsiteY13" fmla="*/ 18288 h 18288"/>
              <a:gd name="connsiteX14" fmla="*/ 6020451 w 7269480"/>
              <a:gd name="connsiteY14" fmla="*/ 18288 h 18288"/>
              <a:gd name="connsiteX15" fmla="*/ 5504979 w 7269480"/>
              <a:gd name="connsiteY15" fmla="*/ 18288 h 18288"/>
              <a:gd name="connsiteX16" fmla="*/ 4989507 w 7269480"/>
              <a:gd name="connsiteY16" fmla="*/ 18288 h 18288"/>
              <a:gd name="connsiteX17" fmla="*/ 4474035 w 7269480"/>
              <a:gd name="connsiteY17" fmla="*/ 18288 h 18288"/>
              <a:gd name="connsiteX18" fmla="*/ 3958562 w 7269480"/>
              <a:gd name="connsiteY18" fmla="*/ 18288 h 18288"/>
              <a:gd name="connsiteX19" fmla="*/ 3443090 w 7269480"/>
              <a:gd name="connsiteY19" fmla="*/ 18288 h 18288"/>
              <a:gd name="connsiteX20" fmla="*/ 2709533 w 7269480"/>
              <a:gd name="connsiteY20" fmla="*/ 18288 h 18288"/>
              <a:gd name="connsiteX21" fmla="*/ 2194061 w 7269480"/>
              <a:gd name="connsiteY21" fmla="*/ 18288 h 18288"/>
              <a:gd name="connsiteX22" fmla="*/ 1751284 w 7269480"/>
              <a:gd name="connsiteY22" fmla="*/ 18288 h 18288"/>
              <a:gd name="connsiteX23" fmla="*/ 1163117 w 7269480"/>
              <a:gd name="connsiteY23" fmla="*/ 18288 h 18288"/>
              <a:gd name="connsiteX24" fmla="*/ 0 w 7269480"/>
              <a:gd name="connsiteY24" fmla="*/ 18288 h 18288"/>
              <a:gd name="connsiteX25" fmla="*/ 0 w 7269480"/>
              <a:gd name="connsiteY2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7269480" h="18288" fill="none" extrusionOk="0">
                <a:moveTo>
                  <a:pt x="0" y="0"/>
                </a:moveTo>
                <a:cubicBezTo>
                  <a:pt x="252138" y="-34015"/>
                  <a:pt x="430162" y="27723"/>
                  <a:pt x="733557" y="0"/>
                </a:cubicBezTo>
                <a:cubicBezTo>
                  <a:pt x="1036952" y="-27723"/>
                  <a:pt x="1017222" y="-19248"/>
                  <a:pt x="1249029" y="0"/>
                </a:cubicBezTo>
                <a:cubicBezTo>
                  <a:pt x="1480836" y="19248"/>
                  <a:pt x="1642747" y="25626"/>
                  <a:pt x="1764501" y="0"/>
                </a:cubicBezTo>
                <a:cubicBezTo>
                  <a:pt x="1886255" y="-25626"/>
                  <a:pt x="2079425" y="-7842"/>
                  <a:pt x="2207278" y="0"/>
                </a:cubicBezTo>
                <a:cubicBezTo>
                  <a:pt x="2335131" y="7842"/>
                  <a:pt x="2681832" y="37713"/>
                  <a:pt x="3013530" y="0"/>
                </a:cubicBezTo>
                <a:cubicBezTo>
                  <a:pt x="3345228" y="-37713"/>
                  <a:pt x="3481883" y="38779"/>
                  <a:pt x="3819781" y="0"/>
                </a:cubicBezTo>
                <a:cubicBezTo>
                  <a:pt x="4157679" y="-38779"/>
                  <a:pt x="4319607" y="-32632"/>
                  <a:pt x="4626033" y="0"/>
                </a:cubicBezTo>
                <a:cubicBezTo>
                  <a:pt x="4932459" y="32632"/>
                  <a:pt x="4944182" y="17568"/>
                  <a:pt x="5068810" y="0"/>
                </a:cubicBezTo>
                <a:cubicBezTo>
                  <a:pt x="5193438" y="-17568"/>
                  <a:pt x="5378174" y="-16107"/>
                  <a:pt x="5656977" y="0"/>
                </a:cubicBezTo>
                <a:cubicBezTo>
                  <a:pt x="5935780" y="16107"/>
                  <a:pt x="5910190" y="-15070"/>
                  <a:pt x="6099755" y="0"/>
                </a:cubicBezTo>
                <a:cubicBezTo>
                  <a:pt x="6289320" y="15070"/>
                  <a:pt x="6900837" y="-32203"/>
                  <a:pt x="7269480" y="0"/>
                </a:cubicBezTo>
                <a:cubicBezTo>
                  <a:pt x="7268614" y="7958"/>
                  <a:pt x="7270034" y="12943"/>
                  <a:pt x="7269480" y="18288"/>
                </a:cubicBezTo>
                <a:cubicBezTo>
                  <a:pt x="7078692" y="32307"/>
                  <a:pt x="6750249" y="10617"/>
                  <a:pt x="6463229" y="18288"/>
                </a:cubicBezTo>
                <a:cubicBezTo>
                  <a:pt x="6176209" y="25959"/>
                  <a:pt x="6203666" y="39135"/>
                  <a:pt x="6020451" y="18288"/>
                </a:cubicBezTo>
                <a:cubicBezTo>
                  <a:pt x="5837236" y="-2559"/>
                  <a:pt x="5688034" y="-3388"/>
                  <a:pt x="5504979" y="18288"/>
                </a:cubicBezTo>
                <a:cubicBezTo>
                  <a:pt x="5321924" y="39964"/>
                  <a:pt x="5191313" y="7061"/>
                  <a:pt x="4989507" y="18288"/>
                </a:cubicBezTo>
                <a:cubicBezTo>
                  <a:pt x="4787701" y="29515"/>
                  <a:pt x="4612238" y="34989"/>
                  <a:pt x="4474035" y="18288"/>
                </a:cubicBezTo>
                <a:cubicBezTo>
                  <a:pt x="4335832" y="1587"/>
                  <a:pt x="4094545" y="27267"/>
                  <a:pt x="3958562" y="18288"/>
                </a:cubicBezTo>
                <a:cubicBezTo>
                  <a:pt x="3822579" y="9309"/>
                  <a:pt x="3646287" y="-1530"/>
                  <a:pt x="3443090" y="18288"/>
                </a:cubicBezTo>
                <a:cubicBezTo>
                  <a:pt x="3239893" y="38106"/>
                  <a:pt x="3075699" y="9041"/>
                  <a:pt x="2709533" y="18288"/>
                </a:cubicBezTo>
                <a:cubicBezTo>
                  <a:pt x="2343367" y="27535"/>
                  <a:pt x="2428918" y="31018"/>
                  <a:pt x="2194061" y="18288"/>
                </a:cubicBezTo>
                <a:cubicBezTo>
                  <a:pt x="1959204" y="5558"/>
                  <a:pt x="1872298" y="17875"/>
                  <a:pt x="1751284" y="18288"/>
                </a:cubicBezTo>
                <a:cubicBezTo>
                  <a:pt x="1630270" y="18701"/>
                  <a:pt x="1443391" y="30083"/>
                  <a:pt x="1163117" y="18288"/>
                </a:cubicBezTo>
                <a:cubicBezTo>
                  <a:pt x="882843" y="6493"/>
                  <a:pt x="581151" y="4375"/>
                  <a:pt x="0" y="18288"/>
                </a:cubicBezTo>
                <a:cubicBezTo>
                  <a:pt x="493" y="10773"/>
                  <a:pt x="610" y="7338"/>
                  <a:pt x="0" y="0"/>
                </a:cubicBezTo>
                <a:close/>
              </a:path>
              <a:path w="7269480" h="18288" stroke="0" extrusionOk="0">
                <a:moveTo>
                  <a:pt x="0" y="0"/>
                </a:moveTo>
                <a:cubicBezTo>
                  <a:pt x="108514" y="-13627"/>
                  <a:pt x="358377" y="-21600"/>
                  <a:pt x="515472" y="0"/>
                </a:cubicBezTo>
                <a:cubicBezTo>
                  <a:pt x="672567" y="21600"/>
                  <a:pt x="740741" y="1149"/>
                  <a:pt x="958250" y="0"/>
                </a:cubicBezTo>
                <a:cubicBezTo>
                  <a:pt x="1175759" y="-1149"/>
                  <a:pt x="1323521" y="-14908"/>
                  <a:pt x="1473722" y="0"/>
                </a:cubicBezTo>
                <a:cubicBezTo>
                  <a:pt x="1623923" y="14908"/>
                  <a:pt x="1999682" y="13812"/>
                  <a:pt x="2134584" y="0"/>
                </a:cubicBezTo>
                <a:cubicBezTo>
                  <a:pt x="2269486" y="-13812"/>
                  <a:pt x="2558748" y="7617"/>
                  <a:pt x="2868140" y="0"/>
                </a:cubicBezTo>
                <a:cubicBezTo>
                  <a:pt x="3177532" y="-7617"/>
                  <a:pt x="3467796" y="3656"/>
                  <a:pt x="3674392" y="0"/>
                </a:cubicBezTo>
                <a:cubicBezTo>
                  <a:pt x="3880988" y="-3656"/>
                  <a:pt x="4101054" y="-15702"/>
                  <a:pt x="4480643" y="0"/>
                </a:cubicBezTo>
                <a:cubicBezTo>
                  <a:pt x="4860232" y="15702"/>
                  <a:pt x="4906779" y="-6670"/>
                  <a:pt x="5068810" y="0"/>
                </a:cubicBezTo>
                <a:cubicBezTo>
                  <a:pt x="5230841" y="6670"/>
                  <a:pt x="5495019" y="-21055"/>
                  <a:pt x="5802367" y="0"/>
                </a:cubicBezTo>
                <a:cubicBezTo>
                  <a:pt x="6109715" y="21055"/>
                  <a:pt x="6248383" y="9802"/>
                  <a:pt x="6463229" y="0"/>
                </a:cubicBezTo>
                <a:cubicBezTo>
                  <a:pt x="6678075" y="-9802"/>
                  <a:pt x="7063233" y="9440"/>
                  <a:pt x="7269480" y="0"/>
                </a:cubicBezTo>
                <a:cubicBezTo>
                  <a:pt x="7268794" y="7700"/>
                  <a:pt x="7268830" y="13442"/>
                  <a:pt x="7269480" y="18288"/>
                </a:cubicBezTo>
                <a:cubicBezTo>
                  <a:pt x="6950939" y="47121"/>
                  <a:pt x="6756956" y="13096"/>
                  <a:pt x="6608618" y="18288"/>
                </a:cubicBezTo>
                <a:cubicBezTo>
                  <a:pt x="6460280" y="23480"/>
                  <a:pt x="6230655" y="-1538"/>
                  <a:pt x="6020451" y="18288"/>
                </a:cubicBezTo>
                <a:cubicBezTo>
                  <a:pt x="5810247" y="38114"/>
                  <a:pt x="5619850" y="-10448"/>
                  <a:pt x="5432284" y="18288"/>
                </a:cubicBezTo>
                <a:cubicBezTo>
                  <a:pt x="5244718" y="47024"/>
                  <a:pt x="4984575" y="27926"/>
                  <a:pt x="4626033" y="18288"/>
                </a:cubicBezTo>
                <a:cubicBezTo>
                  <a:pt x="4267491" y="8650"/>
                  <a:pt x="4240108" y="40106"/>
                  <a:pt x="4110561" y="18288"/>
                </a:cubicBezTo>
                <a:cubicBezTo>
                  <a:pt x="3981014" y="-3530"/>
                  <a:pt x="3580293" y="41911"/>
                  <a:pt x="3377004" y="18288"/>
                </a:cubicBezTo>
                <a:cubicBezTo>
                  <a:pt x="3173715" y="-5335"/>
                  <a:pt x="3043404" y="10731"/>
                  <a:pt x="2934226" y="18288"/>
                </a:cubicBezTo>
                <a:cubicBezTo>
                  <a:pt x="2825048" y="25845"/>
                  <a:pt x="2427024" y="14732"/>
                  <a:pt x="2273365" y="18288"/>
                </a:cubicBezTo>
                <a:cubicBezTo>
                  <a:pt x="2119706" y="21844"/>
                  <a:pt x="1948744" y="43432"/>
                  <a:pt x="1757892" y="18288"/>
                </a:cubicBezTo>
                <a:cubicBezTo>
                  <a:pt x="1567040" y="-6856"/>
                  <a:pt x="1185958" y="10333"/>
                  <a:pt x="951641" y="18288"/>
                </a:cubicBezTo>
                <a:cubicBezTo>
                  <a:pt x="717324" y="26243"/>
                  <a:pt x="448990" y="-7235"/>
                  <a:pt x="0" y="18288"/>
                </a:cubicBezTo>
                <a:cubicBezTo>
                  <a:pt x="-4" y="9861"/>
                  <a:pt x="135" y="6082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937E48-6183-CFB3-1514-A5850961B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90185"/>
              </p:ext>
            </p:extLst>
          </p:nvPr>
        </p:nvGraphicFramePr>
        <p:xfrm>
          <a:off x="628650" y="2004446"/>
          <a:ext cx="7886700" cy="4176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3D42C11-3F50-2EBF-AD6C-481559C152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14" r="27686" b="-1"/>
          <a:stretch>
            <a:fillRect/>
          </a:stretch>
        </p:blipFill>
        <p:spPr>
          <a:xfrm>
            <a:off x="1891767" y="0"/>
            <a:ext cx="725223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/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88AC38-BE36-3939-BB11-24D119428D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7187"/>
              </p:ext>
            </p:extLst>
          </p:nvPr>
        </p:nvGraphicFramePr>
        <p:xfrm>
          <a:off x="628650" y="2434201"/>
          <a:ext cx="2866641" cy="3742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IN" sz="3500" dirty="0"/>
              <a:t>Tools &amp; Technologies</a:t>
            </a:r>
          </a:p>
        </p:txBody>
      </p:sp>
      <p:pic>
        <p:nvPicPr>
          <p:cNvPr id="7" name="Picture 6" descr="A tractor pulling a red and green trailer&#10;&#10;AI-generated content may be incorrect.">
            <a:extLst>
              <a:ext uri="{FF2B5EF4-FFF2-40B4-BE49-F238E27FC236}">
                <a16:creationId xmlns:a16="http://schemas.microsoft.com/office/drawing/2014/main" id="{C4662A7D-E7C5-8BCB-390C-CABA5BE43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171" r="44146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1CA7B3-B8B4-86EA-7669-6D90EE528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617135"/>
              </p:ext>
            </p:extLst>
          </p:nvPr>
        </p:nvGraphicFramePr>
        <p:xfrm>
          <a:off x="571350" y="2470244"/>
          <a:ext cx="4000647" cy="376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IN" sz="4500"/>
              <a:t>Data Preprocessing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FF6D1B-9203-228E-E721-46541BB32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28456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IN" sz="2800"/>
              <a:t>Descriptive Statistics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6A055E4-664F-2FD1-D6B5-909041599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210572"/>
            <a:ext cx="8373618" cy="2530832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427CBB-9D6E-68A3-C23F-B9FEB3AA16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13168"/>
              </p:ext>
            </p:extLst>
          </p:nvPr>
        </p:nvGraphicFramePr>
        <p:xfrm>
          <a:off x="4013373" y="586822"/>
          <a:ext cx="4501977" cy="1645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4C2AC11E-3162-4990-A36E-92B07ECF16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073D962-D3D2-4A72-8593-65C213CBF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180" y="633619"/>
            <a:ext cx="3390684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78408"/>
            <a:ext cx="2791206" cy="1106424"/>
          </a:xfrm>
        </p:spPr>
        <p:txBody>
          <a:bodyPr>
            <a:normAutofit/>
          </a:bodyPr>
          <a:lstStyle/>
          <a:p>
            <a:r>
              <a:rPr lang="en-IN" sz="2400"/>
              <a:t>Visual Analysis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387511B-F6E1-4929-AC90-94FB8B6B0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173" y="1181536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A58F78C-27AB-465F-AA33-15E08AF2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8092" y="2185416"/>
            <a:ext cx="2762390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368296"/>
            <a:ext cx="2791206" cy="3502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/>
              <a:t>1. Yield Distribution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2. Rainfall vs Yield</a:t>
            </a:r>
          </a:p>
          <a:p>
            <a:pPr marL="0" indent="0">
              <a:buNone/>
            </a:pPr>
            <a:r>
              <a:rPr lang="en-US" sz="1500"/>
              <a:t>3. Fertilizer vs Yield</a:t>
            </a:r>
          </a:p>
          <a:p>
            <a:pPr marL="0" indent="0">
              <a:buNone/>
            </a:pPr>
            <a:r>
              <a:rPr lang="en-US" sz="1500"/>
              <a:t>4. Pesticide vs Yield</a:t>
            </a:r>
          </a:p>
          <a:p>
            <a:pPr marL="0" indent="0">
              <a:buNone/>
            </a:pPr>
            <a:endParaRPr lang="en-US" sz="1500"/>
          </a:p>
          <a:p>
            <a:pPr marL="0" indent="0">
              <a:buNone/>
            </a:pPr>
            <a:r>
              <a:rPr lang="en-US" sz="1500"/>
              <a:t>Observations:</a:t>
            </a:r>
          </a:p>
          <a:p>
            <a:pPr marL="0" indent="0">
              <a:buNone/>
            </a:pPr>
            <a:r>
              <a:rPr lang="en-US" sz="1500"/>
              <a:t>- Most crops show low yield values.</a:t>
            </a:r>
          </a:p>
          <a:p>
            <a:pPr marL="0" indent="0">
              <a:buNone/>
            </a:pPr>
            <a:r>
              <a:rPr lang="en-US" sz="1500"/>
              <a:t>- Rainfall and input usage show weak trends.</a:t>
            </a:r>
          </a:p>
        </p:txBody>
      </p:sp>
      <p:pic>
        <p:nvPicPr>
          <p:cNvPr id="5" name="Picture 4" descr="A graph of a crop yield&#10;&#10;AI-generated content may be incorrect.">
            <a:extLst>
              <a:ext uri="{FF2B5EF4-FFF2-40B4-BE49-F238E27FC236}">
                <a16:creationId xmlns:a16="http://schemas.microsoft.com/office/drawing/2014/main" id="{758B6209-127B-6950-95EA-6A9061E5E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5272"/>
          <a:stretch>
            <a:fillRect/>
          </a:stretch>
        </p:blipFill>
        <p:spPr>
          <a:xfrm>
            <a:off x="3924950" y="823825"/>
            <a:ext cx="2436263" cy="2307915"/>
          </a:xfrm>
          <a:prstGeom prst="rect">
            <a:avLst/>
          </a:prstGeom>
        </p:spPr>
      </p:pic>
      <p:pic>
        <p:nvPicPr>
          <p:cNvPr id="9" name="Picture 8" descr="A graph of pesticide vs yield&#10;&#10;AI-generated content may be incorrect.">
            <a:extLst>
              <a:ext uri="{FF2B5EF4-FFF2-40B4-BE49-F238E27FC236}">
                <a16:creationId xmlns:a16="http://schemas.microsoft.com/office/drawing/2014/main" id="{413A8FFB-3DFC-F1BA-AA2E-E0786CFB58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15" r="-2" b="-2"/>
          <a:stretch>
            <a:fillRect/>
          </a:stretch>
        </p:blipFill>
        <p:spPr>
          <a:xfrm>
            <a:off x="6527692" y="3429000"/>
            <a:ext cx="2436264" cy="2219075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68A4C54E-9C46-4953-EAB5-72025DD1A2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15" r="-1" b="-1"/>
          <a:stretch>
            <a:fillRect/>
          </a:stretch>
        </p:blipFill>
        <p:spPr>
          <a:xfrm>
            <a:off x="6455598" y="778105"/>
            <a:ext cx="2436264" cy="2297033"/>
          </a:xfrm>
          <a:prstGeom prst="rect">
            <a:avLst/>
          </a:prstGeom>
        </p:spPr>
      </p:pic>
      <p:pic>
        <p:nvPicPr>
          <p:cNvPr id="7" name="Picture 6" descr="A graph of red dots&#10;&#10;AI-generated content may be incorrect.">
            <a:extLst>
              <a:ext uri="{FF2B5EF4-FFF2-40B4-BE49-F238E27FC236}">
                <a16:creationId xmlns:a16="http://schemas.microsoft.com/office/drawing/2014/main" id="{F027C829-1DC0-9D9A-FE40-9429DB73B3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919" r="-1" b="-1"/>
          <a:stretch>
            <a:fillRect/>
          </a:stretch>
        </p:blipFill>
        <p:spPr>
          <a:xfrm>
            <a:off x="4035572" y="3381581"/>
            <a:ext cx="2436264" cy="2243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24BC9E-AC6A-42EE-AFD8-B290720B8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107624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8670" y="4329321"/>
            <a:ext cx="2743200" cy="1645920"/>
          </a:xfrm>
        </p:spPr>
        <p:txBody>
          <a:bodyPr>
            <a:normAutofit/>
          </a:bodyPr>
          <a:lstStyle/>
          <a:p>
            <a:r>
              <a:rPr lang="en-IN" sz="2800"/>
              <a:t>Linear Regression</a:t>
            </a:r>
          </a:p>
        </p:txBody>
      </p:sp>
      <p:pic>
        <p:nvPicPr>
          <p:cNvPr id="7" name="Picture 6" descr="A graph of a yield&#10;&#10;AI-generated content may be incorrect.">
            <a:extLst>
              <a:ext uri="{FF2B5EF4-FFF2-40B4-BE49-F238E27FC236}">
                <a16:creationId xmlns:a16="http://schemas.microsoft.com/office/drawing/2014/main" id="{8793B740-6730-EFD7-8F10-B0E7A6464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5" y="361910"/>
            <a:ext cx="3483864" cy="3483864"/>
          </a:xfrm>
          <a:prstGeom prst="rect">
            <a:avLst/>
          </a:prstGeom>
        </p:spPr>
      </p:pic>
      <p:pic>
        <p:nvPicPr>
          <p:cNvPr id="5" name="Picture 4" descr="A graph with blue dots and numbers&#10;&#10;AI-generated content may be incorrect.">
            <a:extLst>
              <a:ext uri="{FF2B5EF4-FFF2-40B4-BE49-F238E27FC236}">
                <a16:creationId xmlns:a16="http://schemas.microsoft.com/office/drawing/2014/main" id="{47351A6D-70B4-67BB-1B8E-993CF6E07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349" y="357251"/>
            <a:ext cx="3483864" cy="34838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80023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145423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579" y="4112283"/>
            <a:ext cx="4580057" cy="2084658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IN" sz="1700" dirty="0"/>
              <a:t>National Model: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R² = 0.045 | </a:t>
            </a:r>
            <a:r>
              <a:rPr lang="en-IN" sz="1700" dirty="0" err="1"/>
              <a:t>Adj</a:t>
            </a:r>
            <a:r>
              <a:rPr lang="en-IN" sz="1700" dirty="0"/>
              <a:t> R² = 0.043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State Model (Rice, Maharashtra):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R² = 0.996 | </a:t>
            </a:r>
            <a:r>
              <a:rPr lang="en-IN" sz="1700" dirty="0" err="1"/>
              <a:t>Adj</a:t>
            </a:r>
            <a:r>
              <a:rPr lang="en-IN" sz="1700" dirty="0"/>
              <a:t> R² = 0.99</a:t>
            </a:r>
          </a:p>
          <a:p>
            <a:pPr>
              <a:lnSpc>
                <a:spcPct val="90000"/>
              </a:lnSpc>
            </a:pPr>
            <a:endParaRPr lang="en-IN" sz="1700" dirty="0"/>
          </a:p>
          <a:p>
            <a:pPr>
              <a:lnSpc>
                <a:spcPct val="90000"/>
              </a:lnSpc>
            </a:pPr>
            <a:r>
              <a:rPr lang="en-IN" sz="1700" dirty="0"/>
              <a:t>Inference:</a:t>
            </a:r>
          </a:p>
          <a:p>
            <a:pPr>
              <a:lnSpc>
                <a:spcPct val="90000"/>
              </a:lnSpc>
            </a:pPr>
            <a:r>
              <a:rPr lang="en-IN" sz="1700" dirty="0"/>
              <a:t>Local (state-specific) regression yields better accuracy.</a:t>
            </a:r>
          </a:p>
          <a:p>
            <a:pPr>
              <a:lnSpc>
                <a:spcPct val="90000"/>
              </a:lnSpc>
            </a:pPr>
            <a:endParaRPr lang="en-IN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4346" y="638089"/>
            <a:ext cx="3614166" cy="1476801"/>
          </a:xfrm>
        </p:spPr>
        <p:txBody>
          <a:bodyPr anchor="b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3600"/>
              <a:t>ANOVA — Seasonal Variation</a:t>
            </a:r>
          </a:p>
        </p:txBody>
      </p:sp>
      <p:pic>
        <p:nvPicPr>
          <p:cNvPr id="5" name="Picture 4" descr="A graph of a crop yield&#10;&#10;AI-generated content may be incorrect.">
            <a:extLst>
              <a:ext uri="{FF2B5EF4-FFF2-40B4-BE49-F238E27FC236}">
                <a16:creationId xmlns:a16="http://schemas.microsoft.com/office/drawing/2014/main" id="{8E33615A-50F8-C1AD-7CED-D9605F23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" y="1381887"/>
            <a:ext cx="4094226" cy="4094226"/>
          </a:xfrm>
          <a:prstGeom prst="rect">
            <a:avLst/>
          </a:pr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2664886"/>
            <a:ext cx="4471416" cy="3550789"/>
          </a:xfrm>
        </p:spPr>
        <p:txBody>
          <a:bodyPr anchor="t">
            <a:normAutofit/>
          </a:bodyPr>
          <a:lstStyle/>
          <a:p>
            <a:r>
              <a:rPr lang="en-US" sz="1900" dirty="0"/>
              <a:t>F(5,4279) = 39.62 | p &lt; 0.001</a:t>
            </a:r>
          </a:p>
          <a:p>
            <a:r>
              <a:rPr lang="en-US" sz="1900" dirty="0"/>
              <a:t>Inference: Yield varies significantly across seasons.</a:t>
            </a:r>
          </a:p>
          <a:p>
            <a:r>
              <a:rPr lang="en-US" sz="1900" dirty="0"/>
              <a:t>Highest yields in Winter and Whole-Year crops.</a:t>
            </a:r>
          </a:p>
          <a:p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IN" sz="3100"/>
              <a:t>K-Means 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476A3-FFAE-F81B-CDCD-5BD3F6F76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21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Clusters 1 and 2 represent low-yielding traditional systems with minimal input usage.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Cluster 3 reveals inefficient input utilization—fertilizer levels are excessively high, but yields remain low.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Cluster 4 contains rare, extremely high-yield outliers, possibly due to intensive controlled cultivation or data anomalies.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Cluster 5 corresponds to high-productivity regions where input levels and environmental conditions are balanced.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Cluster 6 highlights rain-abundant areas producing moderate yields, suggesting that rainfall alone does not guarantee higher productivity</a:t>
            </a:r>
            <a:endParaRPr lang="en-IN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02920"/>
            <a:ext cx="3154680" cy="14630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300" dirty="0"/>
              <a:t>KNN Classification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1" y="502920"/>
            <a:ext cx="5170932" cy="146304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900"/>
              <a:t>Accuracy: 99.3% | K = 5</a:t>
            </a:r>
          </a:p>
          <a:p>
            <a:r>
              <a:rPr lang="en-US" sz="1900"/>
              <a:t>Minimal misclassification across yield groups.</a:t>
            </a:r>
          </a:p>
          <a:p>
            <a:r>
              <a:rPr lang="en-US" sz="1900"/>
              <a:t>KNN effectively classifies yield into Low, Medium, and High.</a:t>
            </a:r>
          </a:p>
          <a:p>
            <a:endParaRPr lang="en-US" sz="1900"/>
          </a:p>
        </p:txBody>
      </p:sp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35A74742-ACCC-A6DA-1FE7-86FE89C5A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76" y="2766424"/>
            <a:ext cx="7038848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41754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34896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20" y="1161288"/>
            <a:ext cx="2578608" cy="1239012"/>
          </a:xfrm>
        </p:spPr>
        <p:txBody>
          <a:bodyPr anchor="ctr">
            <a:normAutofit/>
          </a:bodyPr>
          <a:lstStyle/>
          <a:p>
            <a:r>
              <a:rPr lang="en-IN" sz="2400" dirty="0"/>
              <a:t>Model Performance Comparison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919" y="2443480"/>
            <a:ext cx="25374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012" y="2718054"/>
            <a:ext cx="3571304" cy="3207258"/>
          </a:xfrm>
        </p:spPr>
        <p:txBody>
          <a:bodyPr anchor="t">
            <a:normAutofit/>
          </a:bodyPr>
          <a:lstStyle/>
          <a:p>
            <a:r>
              <a:rPr lang="en-IN" sz="1500" dirty="0"/>
              <a:t>Regression (All): R² = 0.045</a:t>
            </a:r>
          </a:p>
          <a:p>
            <a:r>
              <a:rPr lang="en-IN" sz="1500" dirty="0"/>
              <a:t>Regression (Rice, MH): R² = 0.996</a:t>
            </a:r>
          </a:p>
          <a:p>
            <a:r>
              <a:rPr lang="en-IN" sz="1500" dirty="0"/>
              <a:t>KNN: Accuracy = 99.3%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44CD62D-F235-4A3B-44C4-219EEB534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1678263"/>
            <a:ext cx="5191506" cy="36020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table of text with black text&#10;&#10;AI-generated content may be incorrect.">
            <a:extLst>
              <a:ext uri="{FF2B5EF4-FFF2-40B4-BE49-F238E27FC236}">
                <a16:creationId xmlns:a16="http://schemas.microsoft.com/office/drawing/2014/main" id="{751D8C91-C4D5-7DCA-9199-D199BEF9ED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186"/>
          <a:stretch>
            <a:fillRect/>
          </a:stretch>
        </p:blipFill>
        <p:spPr>
          <a:xfrm>
            <a:off x="566453" y="643467"/>
            <a:ext cx="8011092" cy="5571065"/>
          </a:xfrm>
          <a:prstGeom prst="rect">
            <a:avLst/>
          </a:prstGeom>
          <a:ln>
            <a:noFill/>
          </a:ln>
        </p:spPr>
      </p:pic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49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IN" sz="3100" dirty="0">
                <a:latin typeface="Amasis MT Pro Black" panose="02040A04050005020304" pitchFamily="18" charset="0"/>
              </a:rPr>
              <a:t>Conclusion</a:t>
            </a:r>
          </a:p>
        </p:txBody>
      </p:sp>
      <p:pic>
        <p:nvPicPr>
          <p:cNvPr id="5" name="Picture 4" descr="Small plant growing on soil">
            <a:extLst>
              <a:ext uri="{FF2B5EF4-FFF2-40B4-BE49-F238E27FC236}">
                <a16:creationId xmlns:a16="http://schemas.microsoft.com/office/drawing/2014/main" id="{C854D3BC-47E4-9558-253D-5FF54C064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523" b="968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Key Findings:</a:t>
            </a:r>
          </a:p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• Season &amp; region affect yield significantly.</a:t>
            </a:r>
          </a:p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• KNN provides the highest predictive accuracy (99.3%).</a:t>
            </a:r>
          </a:p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• Regression suits localized crop models.</a:t>
            </a:r>
          </a:p>
          <a:p>
            <a:pPr marL="0" indent="0">
              <a:buNone/>
            </a:pPr>
            <a:r>
              <a:rPr lang="en-IN" sz="1600" dirty="0"/>
              <a:t> R² = 0.996 | </a:t>
            </a:r>
            <a:r>
              <a:rPr lang="en-IN" sz="1600" dirty="0" err="1"/>
              <a:t>Adj</a:t>
            </a:r>
            <a:r>
              <a:rPr lang="en-IN" sz="1600" dirty="0"/>
              <a:t> R² = 0.99</a:t>
            </a:r>
          </a:p>
          <a:p>
            <a:pPr marL="0" indent="0">
              <a:buNone/>
            </a:pPr>
            <a:endParaRPr lang="en-IN" sz="1600" dirty="0">
              <a:latin typeface="Amasis MT Pro Black" panose="02040A04050005020304" pitchFamily="18" charset="0"/>
            </a:endParaRPr>
          </a:p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Future Scope:</a:t>
            </a:r>
          </a:p>
          <a:p>
            <a:pPr marL="0" indent="0">
              <a:buNone/>
            </a:pPr>
            <a:r>
              <a:rPr lang="en-IN" sz="1600" dirty="0">
                <a:latin typeface="Amasis MT Pro Black" panose="02040A04050005020304" pitchFamily="18" charset="0"/>
              </a:rPr>
              <a:t>Include soil &amp; temperature parameters for forecasting.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masis MT Pro Black" panose="02040A040500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4660AD-72DD-DE0E-8A40-6C76EAE6CB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107692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591</Words>
  <Application>Microsoft Office PowerPoint</Application>
  <PresentationFormat>On-screen Show (4:3)</PresentationFormat>
  <Paragraphs>96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ADLaM Display</vt:lpstr>
      <vt:lpstr>Amasis MT Pro Black</vt:lpstr>
      <vt:lpstr>Arial</vt:lpstr>
      <vt:lpstr>Calibri</vt:lpstr>
      <vt:lpstr>Office Theme</vt:lpstr>
      <vt:lpstr>  Crop Yield Analysis in India</vt:lpstr>
      <vt:lpstr>Introduction</vt:lpstr>
      <vt:lpstr>Objectives</vt:lpstr>
      <vt:lpstr>Dataset Overview</vt:lpstr>
      <vt:lpstr>Tools &amp; Technologies</vt:lpstr>
      <vt:lpstr>Data Preprocessing</vt:lpstr>
      <vt:lpstr>Descriptive Statistics</vt:lpstr>
      <vt:lpstr>Visual Analysis</vt:lpstr>
      <vt:lpstr>Linear Regression</vt:lpstr>
      <vt:lpstr>ANOVA — Seasonal Variation</vt:lpstr>
      <vt:lpstr>K-Means Clustering</vt:lpstr>
      <vt:lpstr>KNN Classification</vt:lpstr>
      <vt:lpstr>Model Performance Comparison</vt:lpstr>
      <vt:lpstr>PowerPoint Presentation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kumar singh</cp:lastModifiedBy>
  <cp:revision>5</cp:revision>
  <dcterms:created xsi:type="dcterms:W3CDTF">2013-01-27T09:14:16Z</dcterms:created>
  <dcterms:modified xsi:type="dcterms:W3CDTF">2025-11-18T11:25:29Z</dcterms:modified>
  <cp:category/>
</cp:coreProperties>
</file>